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4630400" cy="9753600"/>
  <p:notesSz cx="6858000" cy="9144000"/>
  <p:embeddedFontLst>
    <p:embeddedFont>
      <p:font typeface="Cloud" panose="020B0604020202020204" charset="0"/>
      <p:regular r:id="rId4"/>
    </p:embeddedFont>
    <p:embeddedFont>
      <p:font typeface="Cloud Bold" panose="020B0604020202020204" charset="0"/>
      <p:regular r:id="rId5"/>
    </p:embeddedFont>
    <p:embeddedFont>
      <p:font typeface="Cloud Italics" panose="020B0604020202020204" charset="0"/>
      <p:regular r:id="rId6"/>
    </p:embeddedFont>
    <p:embeddedFont>
      <p:font typeface="Cloud Semi-Bold" panose="020B0604020202020204" charset="0"/>
      <p:regular r:id="rId7"/>
    </p:embeddedFont>
    <p:embeddedFont>
      <p:font typeface="Cloud Semi-Bold Italics" panose="020B0604020202020204" charset="0"/>
      <p:regular r:id="rId8"/>
    </p:embeddedFont>
    <p:embeddedFont>
      <p:font typeface="Sriracha" panose="020B0604020202020204" charset="-3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B2FEA-7D83-45CD-83D8-B2361BCE767B}" v="1" dt="2026-10-13T09:51:47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72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sawat Krissirisawad" userId="8a225a4cd7e80232" providerId="LiveId" clId="{9E3EF393-46F4-4F50-9332-96D740610625}"/>
    <pc:docChg chg="undo custSel addSld modSld">
      <pc:chgData name="Wasawat Krissirisawad" userId="8a225a4cd7e80232" providerId="LiveId" clId="{9E3EF393-46F4-4F50-9332-96D740610625}" dt="2026-10-13T09:52:47.004" v="38" actId="1076"/>
      <pc:docMkLst>
        <pc:docMk/>
      </pc:docMkLst>
      <pc:sldChg chg="addSp delSp modSp mod">
        <pc:chgData name="Wasawat Krissirisawad" userId="8a225a4cd7e80232" providerId="LiveId" clId="{9E3EF393-46F4-4F50-9332-96D740610625}" dt="2026-10-13T09:52:17.860" v="29" actId="1076"/>
        <pc:sldMkLst>
          <pc:docMk/>
          <pc:sldMk cId="0" sldId="256"/>
        </pc:sldMkLst>
        <pc:spChg chg="add del">
          <ac:chgData name="Wasawat Krissirisawad" userId="8a225a4cd7e80232" providerId="LiveId" clId="{9E3EF393-46F4-4F50-9332-96D740610625}" dt="2026-10-13T09:52:08.070" v="23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3T09:43:36.079" v="16" actId="1076"/>
          <ac:spMkLst>
            <pc:docMk/>
            <pc:sldMk cId="0" sldId="256"/>
            <ac:spMk id="15" creationId="{00000000-0000-0000-0000-000000000000}"/>
          </ac:spMkLst>
        </pc:spChg>
        <pc:spChg chg="del">
          <ac:chgData name="Wasawat Krissirisawad" userId="8a225a4cd7e80232" providerId="LiveId" clId="{9E3EF393-46F4-4F50-9332-96D740610625}" dt="2026-10-13T09:43:27.233" v="12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Wasawat Krissirisawad" userId="8a225a4cd7e80232" providerId="LiveId" clId="{9E3EF393-46F4-4F50-9332-96D740610625}" dt="2026-10-13T09:43:39.381" v="17" actId="478"/>
          <ac:spMkLst>
            <pc:docMk/>
            <pc:sldMk cId="0" sldId="256"/>
            <ac:spMk id="18" creationId="{00000000-0000-0000-0000-000000000000}"/>
          </ac:spMkLst>
        </pc:spChg>
        <pc:spChg chg="add del mod">
          <ac:chgData name="Wasawat Krissirisawad" userId="8a225a4cd7e80232" providerId="LiveId" clId="{9E3EF393-46F4-4F50-9332-96D740610625}" dt="2026-10-13T09:52:17.860" v="29" actId="1076"/>
          <ac:spMkLst>
            <pc:docMk/>
            <pc:sldMk cId="0" sldId="256"/>
            <ac:spMk id="75" creationId="{00000000-0000-0000-0000-000000000000}"/>
          </ac:spMkLst>
        </pc:spChg>
        <pc:spChg chg="add del">
          <ac:chgData name="Wasawat Krissirisawad" userId="8a225a4cd7e80232" providerId="LiveId" clId="{9E3EF393-46F4-4F50-9332-96D740610625}" dt="2026-10-13T09:42:53.513" v="4" actId="478"/>
          <ac:spMkLst>
            <pc:docMk/>
            <pc:sldMk cId="0" sldId="256"/>
            <ac:spMk id="76" creationId="{00000000-0000-0000-0000-000000000000}"/>
          </ac:spMkLst>
        </pc:spChg>
        <pc:spChg chg="add del">
          <ac:chgData name="Wasawat Krissirisawad" userId="8a225a4cd7e80232" providerId="LiveId" clId="{9E3EF393-46F4-4F50-9332-96D740610625}" dt="2026-10-13T09:42:59.673" v="5" actId="478"/>
          <ac:spMkLst>
            <pc:docMk/>
            <pc:sldMk cId="0" sldId="256"/>
            <ac:spMk id="84" creationId="{00000000-0000-0000-0000-000000000000}"/>
          </ac:spMkLst>
        </pc:spChg>
        <pc:spChg chg="del">
          <ac:chgData name="Wasawat Krissirisawad" userId="8a225a4cd7e80232" providerId="LiveId" clId="{9E3EF393-46F4-4F50-9332-96D740610625}" dt="2026-10-13T09:43:39.381" v="17" actId="478"/>
          <ac:spMkLst>
            <pc:docMk/>
            <pc:sldMk cId="0" sldId="256"/>
            <ac:spMk id="93" creationId="{00000000-0000-0000-0000-000000000000}"/>
          </ac:spMkLst>
        </pc:spChg>
      </pc:sldChg>
      <pc:sldChg chg="addSp delSp modSp add mod">
        <pc:chgData name="Wasawat Krissirisawad" userId="8a225a4cd7e80232" providerId="LiveId" clId="{9E3EF393-46F4-4F50-9332-96D740610625}" dt="2026-10-13T09:52:47.004" v="38" actId="1076"/>
        <pc:sldMkLst>
          <pc:docMk/>
          <pc:sldMk cId="0" sldId="257"/>
        </pc:sldMkLst>
        <pc:spChg chg="del">
          <ac:chgData name="Wasawat Krissirisawad" userId="8a225a4cd7e80232" providerId="LiveId" clId="{9E3EF393-46F4-4F50-9332-96D740610625}" dt="2026-10-13T09:52:28.264" v="32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Wasawat Krissirisawad" userId="8a225a4cd7e80232" providerId="LiveId" clId="{9E3EF393-46F4-4F50-9332-96D740610625}" dt="2026-10-13T09:52:47.004" v="38" actId="1076"/>
          <ac:spMkLst>
            <pc:docMk/>
            <pc:sldMk cId="0" sldId="257"/>
            <ac:spMk id="23" creationId="{00000000-0000-0000-0000-000000000000}"/>
          </ac:spMkLst>
        </pc:spChg>
        <pc:spChg chg="del">
          <ac:chgData name="Wasawat Krissirisawad" userId="8a225a4cd7e80232" providerId="LiveId" clId="{9E3EF393-46F4-4F50-9332-96D740610625}" dt="2026-10-13T09:52:27.688" v="31" actId="478"/>
          <ac:spMkLst>
            <pc:docMk/>
            <pc:sldMk cId="0" sldId="257"/>
            <ac:spMk id="36" creationId="{00000000-0000-0000-0000-000000000000}"/>
          </ac:spMkLst>
        </pc:spChg>
        <pc:spChg chg="add del">
          <ac:chgData name="Wasawat Krissirisawad" userId="8a225a4cd7e80232" providerId="LiveId" clId="{9E3EF393-46F4-4F50-9332-96D740610625}" dt="2026-10-13T09:52:31.358" v="34" actId="478"/>
          <ac:spMkLst>
            <pc:docMk/>
            <pc:sldMk cId="0" sldId="257"/>
            <ac:spMk id="66" creationId="{B3465A08-0756-5713-83AF-F9BC28AB9387}"/>
          </ac:spMkLst>
        </pc:spChg>
        <pc:spChg chg="add del">
          <ac:chgData name="Wasawat Krissirisawad" userId="8a225a4cd7e80232" providerId="LiveId" clId="{9E3EF393-46F4-4F50-9332-96D740610625}" dt="2026-10-13T09:52:03.149" v="22" actId="22"/>
          <ac:spMkLst>
            <pc:docMk/>
            <pc:sldMk cId="0" sldId="257"/>
            <ac:spMk id="68" creationId="{A3FFECD3-A3C4-9A24-ABA8-49FD5FAD92EC}"/>
          </ac:spMkLst>
        </pc:spChg>
        <pc:spChg chg="add del">
          <ac:chgData name="Wasawat Krissirisawad" userId="8a225a4cd7e80232" providerId="LiveId" clId="{9E3EF393-46F4-4F50-9332-96D740610625}" dt="2026-10-13T09:52:14.943" v="27" actId="22"/>
          <ac:spMkLst>
            <pc:docMk/>
            <pc:sldMk cId="0" sldId="257"/>
            <ac:spMk id="70" creationId="{9A389161-B632-C929-0734-58F786DF445F}"/>
          </ac:spMkLst>
        </pc:spChg>
        <pc:spChg chg="add del">
          <ac:chgData name="Wasawat Krissirisawad" userId="8a225a4cd7e80232" providerId="LiveId" clId="{9E3EF393-46F4-4F50-9332-96D740610625}" dt="2026-10-13T09:52:30.682" v="33" actId="478"/>
          <ac:spMkLst>
            <pc:docMk/>
            <pc:sldMk cId="0" sldId="257"/>
            <ac:spMk id="72" creationId="{D828D90F-4FBC-6DE0-E9E9-1264700F87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63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pn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9" Type="http://schemas.openxmlformats.org/officeDocument/2006/relationships/image" Target="../media/image102.png"/><Relationship Id="rId21" Type="http://schemas.openxmlformats.org/officeDocument/2006/relationships/image" Target="../media/image84.png"/><Relationship Id="rId34" Type="http://schemas.openxmlformats.org/officeDocument/2006/relationships/image" Target="../media/image97.png"/><Relationship Id="rId42" Type="http://schemas.openxmlformats.org/officeDocument/2006/relationships/image" Target="../media/image105.png"/><Relationship Id="rId47" Type="http://schemas.openxmlformats.org/officeDocument/2006/relationships/image" Target="../media/image110.png"/><Relationship Id="rId50" Type="http://schemas.openxmlformats.org/officeDocument/2006/relationships/image" Target="../media/image113.png"/><Relationship Id="rId55" Type="http://schemas.openxmlformats.org/officeDocument/2006/relationships/image" Target="../media/image118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9" Type="http://schemas.openxmlformats.org/officeDocument/2006/relationships/image" Target="../media/image92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40" Type="http://schemas.openxmlformats.org/officeDocument/2006/relationships/image" Target="../media/image103.png"/><Relationship Id="rId45" Type="http://schemas.openxmlformats.org/officeDocument/2006/relationships/image" Target="../media/image108.png"/><Relationship Id="rId53" Type="http://schemas.openxmlformats.org/officeDocument/2006/relationships/image" Target="../media/image116.png"/><Relationship Id="rId58" Type="http://schemas.openxmlformats.org/officeDocument/2006/relationships/image" Target="../media/image121.png"/><Relationship Id="rId5" Type="http://schemas.openxmlformats.org/officeDocument/2006/relationships/image" Target="../media/image68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Relationship Id="rId35" Type="http://schemas.openxmlformats.org/officeDocument/2006/relationships/image" Target="../media/image98.png"/><Relationship Id="rId43" Type="http://schemas.openxmlformats.org/officeDocument/2006/relationships/image" Target="../media/image106.png"/><Relationship Id="rId48" Type="http://schemas.openxmlformats.org/officeDocument/2006/relationships/image" Target="../media/image111.png"/><Relationship Id="rId56" Type="http://schemas.openxmlformats.org/officeDocument/2006/relationships/image" Target="../media/image119.png"/><Relationship Id="rId8" Type="http://schemas.openxmlformats.org/officeDocument/2006/relationships/image" Target="../media/image71.png"/><Relationship Id="rId51" Type="http://schemas.openxmlformats.org/officeDocument/2006/relationships/image" Target="../media/image114.png"/><Relationship Id="rId3" Type="http://schemas.openxmlformats.org/officeDocument/2006/relationships/image" Target="../media/image66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33" Type="http://schemas.openxmlformats.org/officeDocument/2006/relationships/image" Target="../media/image96.png"/><Relationship Id="rId38" Type="http://schemas.openxmlformats.org/officeDocument/2006/relationships/image" Target="../media/image101.png"/><Relationship Id="rId46" Type="http://schemas.openxmlformats.org/officeDocument/2006/relationships/image" Target="../media/image109.png"/><Relationship Id="rId59" Type="http://schemas.openxmlformats.org/officeDocument/2006/relationships/image" Target="../media/image122.png"/><Relationship Id="rId20" Type="http://schemas.openxmlformats.org/officeDocument/2006/relationships/image" Target="../media/image83.png"/><Relationship Id="rId41" Type="http://schemas.openxmlformats.org/officeDocument/2006/relationships/image" Target="../media/image104.png"/><Relationship Id="rId54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28" Type="http://schemas.openxmlformats.org/officeDocument/2006/relationships/image" Target="../media/image91.png"/><Relationship Id="rId36" Type="http://schemas.openxmlformats.org/officeDocument/2006/relationships/image" Target="../media/image99.png"/><Relationship Id="rId49" Type="http://schemas.openxmlformats.org/officeDocument/2006/relationships/image" Target="../media/image112.png"/><Relationship Id="rId57" Type="http://schemas.openxmlformats.org/officeDocument/2006/relationships/image" Target="../media/image120.png"/><Relationship Id="rId10" Type="http://schemas.openxmlformats.org/officeDocument/2006/relationships/image" Target="../media/image73.png"/><Relationship Id="rId31" Type="http://schemas.openxmlformats.org/officeDocument/2006/relationships/image" Target="../media/image94.png"/><Relationship Id="rId44" Type="http://schemas.openxmlformats.org/officeDocument/2006/relationships/image" Target="../media/image107.png"/><Relationship Id="rId52" Type="http://schemas.openxmlformats.org/officeDocument/2006/relationships/image" Target="../media/image115.png"/><Relationship Id="rId60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9753600"/>
          </a:xfrm>
          <a:custGeom>
            <a:avLst/>
            <a:gdLst/>
            <a:ahLst/>
            <a:cxnLst/>
            <a:rect l="l" t="t" r="r" b="b"/>
            <a:pathLst>
              <a:path w="14630400" h="97536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1304925"/>
            <a:ext cx="7315200" cy="5267325"/>
          </a:xfrm>
          <a:custGeom>
            <a:avLst/>
            <a:gdLst/>
            <a:ahLst/>
            <a:cxnLst/>
            <a:rect l="l" t="t" r="r" b="b"/>
            <a:pathLst>
              <a:path w="7315200" h="5267325">
                <a:moveTo>
                  <a:pt x="0" y="0"/>
                </a:moveTo>
                <a:lnTo>
                  <a:pt x="7315200" y="0"/>
                </a:lnTo>
                <a:lnTo>
                  <a:pt x="7315200" y="5267325"/>
                </a:lnTo>
                <a:lnTo>
                  <a:pt x="0" y="5267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1495425"/>
            <a:ext cx="1285875" cy="942975"/>
          </a:xfrm>
          <a:custGeom>
            <a:avLst/>
            <a:gdLst/>
            <a:ahLst/>
            <a:cxnLst/>
            <a:rect l="l" t="t" r="r" b="b"/>
            <a:pathLst>
              <a:path w="1285875" h="942975">
                <a:moveTo>
                  <a:pt x="0" y="0"/>
                </a:moveTo>
                <a:lnTo>
                  <a:pt x="1285875" y="0"/>
                </a:lnTo>
                <a:lnTo>
                  <a:pt x="128587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23900" y="1495425"/>
            <a:ext cx="6229350" cy="762000"/>
          </a:xfrm>
          <a:custGeom>
            <a:avLst/>
            <a:gdLst/>
            <a:ahLst/>
            <a:cxnLst/>
            <a:rect l="l" t="t" r="r" b="b"/>
            <a:pathLst>
              <a:path w="6229350" h="762000">
                <a:moveTo>
                  <a:pt x="0" y="0"/>
                </a:moveTo>
                <a:lnTo>
                  <a:pt x="6229350" y="0"/>
                </a:lnTo>
                <a:lnTo>
                  <a:pt x="62293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68868" y="1719262"/>
            <a:ext cx="5568690" cy="39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533" b="1" i="1" spc="-50">
                <a:solidFill>
                  <a:srgbClr val="F1D81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Swift </a:t>
            </a:r>
            <a:r>
              <a:rPr lang="en-US" sz="2533" b="1" i="1" spc="-50">
                <a:solidFill>
                  <a:srgbClr val="FFFFF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+</a:t>
            </a:r>
            <a:r>
              <a:rPr lang="en-US" sz="2533" b="1" i="1" spc="-50">
                <a:solidFill>
                  <a:srgbClr val="F1D81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 Strive/Broken </a:t>
            </a:r>
            <a:r>
              <a:rPr lang="en-US" sz="2533" b="1" i="1" spc="-50">
                <a:solidFill>
                  <a:srgbClr val="FFFFF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+</a:t>
            </a:r>
            <a:r>
              <a:rPr lang="en-US" sz="2533" b="1" i="1" spc="-50">
                <a:solidFill>
                  <a:srgbClr val="F1D81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 </a:t>
            </a:r>
            <a:r>
              <a:rPr lang="en-US" sz="2533" b="1" i="1" spc="-50">
                <a:solidFill>
                  <a:srgbClr val="F0C040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Smite (Amber)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3333" y="2247900"/>
            <a:ext cx="4122211" cy="58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1953" i="1" spc="-39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ทำความไวสุดๆ เน้น</a:t>
            </a:r>
            <a:r>
              <a:rPr lang="en-US" sz="1953" i="1" spc="-39">
                <a:solidFill>
                  <a:srgbClr val="76D3F0"/>
                </a:solidFill>
                <a:latin typeface="Cloud Italics"/>
                <a:ea typeface="Cloud Italics"/>
                <a:cs typeface="Cloud Italics"/>
                <a:sym typeface="Cloud Italics"/>
              </a:rPr>
              <a:t>เปิดท่อ</a:t>
            </a:r>
            <a:r>
              <a:rPr lang="en-US" sz="1953" i="1" spc="-39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แบบบ </a:t>
            </a:r>
            <a:r>
              <a:rPr lang="en-US" sz="1953" b="1" i="1" spc="-39">
                <a:solidFill>
                  <a:srgbClr val="76D3F0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Surprise</a:t>
            </a:r>
            <a:r>
              <a:rPr lang="en-US" sz="1953" i="1" spc="-39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 🤔</a:t>
            </a:r>
          </a:p>
          <a:p>
            <a:pPr algn="l">
              <a:lnSpc>
                <a:spcPts val="2344"/>
              </a:lnSpc>
            </a:pPr>
            <a:r>
              <a:rPr lang="en-US" sz="1953" i="1" spc="-39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คอมโนทับ </a:t>
            </a:r>
            <a:r>
              <a:rPr lang="en-US" sz="1953" b="1" i="1" spc="-39">
                <a:solidFill>
                  <a:srgbClr val="F1D81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Aeron</a:t>
            </a:r>
            <a:r>
              <a:rPr lang="en-US" sz="1953" i="1" spc="-39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 ครอนหัวยี่อไว้ ให้ตายยากๆ</a:t>
            </a:r>
          </a:p>
        </p:txBody>
      </p:sp>
      <p:sp>
        <p:nvSpPr>
          <p:cNvPr id="8" name="Freeform 8"/>
          <p:cNvSpPr/>
          <p:nvPr/>
        </p:nvSpPr>
        <p:spPr>
          <a:xfrm>
            <a:off x="180975" y="2809875"/>
            <a:ext cx="1838325" cy="2819400"/>
          </a:xfrm>
          <a:custGeom>
            <a:avLst/>
            <a:gdLst/>
            <a:ahLst/>
            <a:cxnLst/>
            <a:rect l="l" t="t" r="r" b="b"/>
            <a:pathLst>
              <a:path w="1838325" h="2819400">
                <a:moveTo>
                  <a:pt x="0" y="0"/>
                </a:moveTo>
                <a:lnTo>
                  <a:pt x="1838325" y="0"/>
                </a:lnTo>
                <a:lnTo>
                  <a:pt x="1838325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61950" y="2809875"/>
            <a:ext cx="1657350" cy="1885950"/>
          </a:xfrm>
          <a:custGeom>
            <a:avLst/>
            <a:gdLst/>
            <a:ahLst/>
            <a:cxnLst/>
            <a:rect l="l" t="t" r="r" b="b"/>
            <a:pathLst>
              <a:path w="1657350" h="1885950">
                <a:moveTo>
                  <a:pt x="0" y="0"/>
                </a:moveTo>
                <a:lnTo>
                  <a:pt x="1657350" y="0"/>
                </a:lnTo>
                <a:lnTo>
                  <a:pt x="1657350" y="1885950"/>
                </a:lnTo>
                <a:lnTo>
                  <a:pt x="0" y="1885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61950" y="4876800"/>
            <a:ext cx="742950" cy="571500"/>
          </a:xfrm>
          <a:custGeom>
            <a:avLst/>
            <a:gdLst/>
            <a:ahLst/>
            <a:cxnLst/>
            <a:rect l="l" t="t" r="r" b="b"/>
            <a:pathLst>
              <a:path w="742950" h="571500">
                <a:moveTo>
                  <a:pt x="0" y="0"/>
                </a:moveTo>
                <a:lnTo>
                  <a:pt x="742950" y="0"/>
                </a:lnTo>
                <a:lnTo>
                  <a:pt x="7429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42925" y="4876800"/>
            <a:ext cx="371475" cy="571500"/>
          </a:xfrm>
          <a:custGeom>
            <a:avLst/>
            <a:gdLst/>
            <a:ahLst/>
            <a:cxnLst/>
            <a:rect l="l" t="t" r="r" b="b"/>
            <a:pathLst>
              <a:path w="371475" h="571500">
                <a:moveTo>
                  <a:pt x="0" y="0"/>
                </a:moveTo>
                <a:lnTo>
                  <a:pt x="371475" y="0"/>
                </a:lnTo>
                <a:lnTo>
                  <a:pt x="3714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28800" y="2809875"/>
            <a:ext cx="1828800" cy="2819400"/>
          </a:xfrm>
          <a:custGeom>
            <a:avLst/>
            <a:gdLst/>
            <a:ahLst/>
            <a:cxnLst/>
            <a:rect l="l" t="t" r="r" b="b"/>
            <a:pathLst>
              <a:path w="1828800" h="2819400">
                <a:moveTo>
                  <a:pt x="0" y="0"/>
                </a:moveTo>
                <a:lnTo>
                  <a:pt x="1828800" y="0"/>
                </a:lnTo>
                <a:lnTo>
                  <a:pt x="1828800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009775" y="2809875"/>
            <a:ext cx="1647825" cy="2819400"/>
          </a:xfrm>
          <a:custGeom>
            <a:avLst/>
            <a:gdLst/>
            <a:ahLst/>
            <a:cxnLst/>
            <a:rect l="l" t="t" r="r" b="b"/>
            <a:pathLst>
              <a:path w="1647825" h="2819400">
                <a:moveTo>
                  <a:pt x="0" y="0"/>
                </a:moveTo>
                <a:lnTo>
                  <a:pt x="1647825" y="0"/>
                </a:lnTo>
                <a:lnTo>
                  <a:pt x="1647825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190750" y="4876800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657600" y="2809875"/>
            <a:ext cx="1828800" cy="2819400"/>
          </a:xfrm>
          <a:custGeom>
            <a:avLst/>
            <a:gdLst/>
            <a:ahLst/>
            <a:cxnLst/>
            <a:rect l="l" t="t" r="r" b="b"/>
            <a:pathLst>
              <a:path w="1828800" h="2819400">
                <a:moveTo>
                  <a:pt x="0" y="0"/>
                </a:moveTo>
                <a:lnTo>
                  <a:pt x="1828800" y="0"/>
                </a:lnTo>
                <a:lnTo>
                  <a:pt x="1828800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3838575" y="4876800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0975" y="5619750"/>
            <a:ext cx="2200275" cy="762000"/>
          </a:xfrm>
          <a:custGeom>
            <a:avLst/>
            <a:gdLst/>
            <a:ahLst/>
            <a:cxnLst/>
            <a:rect l="l" t="t" r="r" b="b"/>
            <a:pathLst>
              <a:path w="2200275" h="762000">
                <a:moveTo>
                  <a:pt x="0" y="0"/>
                </a:moveTo>
                <a:lnTo>
                  <a:pt x="2200275" y="0"/>
                </a:lnTo>
                <a:lnTo>
                  <a:pt x="22002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542925" y="5619750"/>
            <a:ext cx="561975" cy="571500"/>
          </a:xfrm>
          <a:custGeom>
            <a:avLst/>
            <a:gdLst/>
            <a:ahLst/>
            <a:cxnLst/>
            <a:rect l="l" t="t" r="r" b="b"/>
            <a:pathLst>
              <a:path w="561975" h="571500">
                <a:moveTo>
                  <a:pt x="0" y="0"/>
                </a:moveTo>
                <a:lnTo>
                  <a:pt x="561975" y="0"/>
                </a:lnTo>
                <a:lnTo>
                  <a:pt x="5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828800" y="5619750"/>
            <a:ext cx="2933700" cy="762000"/>
          </a:xfrm>
          <a:custGeom>
            <a:avLst/>
            <a:gdLst/>
            <a:ahLst/>
            <a:cxnLst/>
            <a:rect l="l" t="t" r="r" b="b"/>
            <a:pathLst>
              <a:path w="2933700" h="762000">
                <a:moveTo>
                  <a:pt x="0" y="0"/>
                </a:moveTo>
                <a:lnTo>
                  <a:pt x="2933700" y="0"/>
                </a:lnTo>
                <a:lnTo>
                  <a:pt x="29337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2552700" y="5619750"/>
            <a:ext cx="561975" cy="571500"/>
          </a:xfrm>
          <a:custGeom>
            <a:avLst/>
            <a:gdLst/>
            <a:ahLst/>
            <a:cxnLst/>
            <a:rect l="l" t="t" r="r" b="b"/>
            <a:pathLst>
              <a:path w="561975" h="571500">
                <a:moveTo>
                  <a:pt x="0" y="0"/>
                </a:moveTo>
                <a:lnTo>
                  <a:pt x="561975" y="0"/>
                </a:lnTo>
                <a:lnTo>
                  <a:pt x="5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4572000" y="5619750"/>
            <a:ext cx="2562225" cy="762000"/>
          </a:xfrm>
          <a:custGeom>
            <a:avLst/>
            <a:gdLst/>
            <a:ahLst/>
            <a:cxnLst/>
            <a:rect l="l" t="t" r="r" b="b"/>
            <a:pathLst>
              <a:path w="2562225" h="762000">
                <a:moveTo>
                  <a:pt x="0" y="0"/>
                </a:moveTo>
                <a:lnTo>
                  <a:pt x="2562225" y="0"/>
                </a:lnTo>
                <a:lnTo>
                  <a:pt x="25622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114925" y="5619750"/>
            <a:ext cx="561975" cy="571500"/>
          </a:xfrm>
          <a:custGeom>
            <a:avLst/>
            <a:gdLst/>
            <a:ahLst/>
            <a:cxnLst/>
            <a:rect l="l" t="t" r="r" b="b"/>
            <a:pathLst>
              <a:path w="561975" h="571500">
                <a:moveTo>
                  <a:pt x="0" y="0"/>
                </a:moveTo>
                <a:lnTo>
                  <a:pt x="561975" y="0"/>
                </a:lnTo>
                <a:lnTo>
                  <a:pt x="5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315200" y="1304925"/>
            <a:ext cx="7134225" cy="5267325"/>
          </a:xfrm>
          <a:custGeom>
            <a:avLst/>
            <a:gdLst/>
            <a:ahLst/>
            <a:cxnLst/>
            <a:rect l="l" t="t" r="r" b="b"/>
            <a:pathLst>
              <a:path w="7134225" h="5267325">
                <a:moveTo>
                  <a:pt x="0" y="0"/>
                </a:moveTo>
                <a:lnTo>
                  <a:pt x="7134225" y="0"/>
                </a:lnTo>
                <a:lnTo>
                  <a:pt x="7134225" y="5267325"/>
                </a:lnTo>
                <a:lnTo>
                  <a:pt x="0" y="5267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7315200" y="1495425"/>
            <a:ext cx="1285875" cy="942975"/>
          </a:xfrm>
          <a:custGeom>
            <a:avLst/>
            <a:gdLst/>
            <a:ahLst/>
            <a:cxnLst/>
            <a:rect l="l" t="t" r="r" b="b"/>
            <a:pathLst>
              <a:path w="1285875" h="942975">
                <a:moveTo>
                  <a:pt x="0" y="0"/>
                </a:moveTo>
                <a:lnTo>
                  <a:pt x="1285875" y="0"/>
                </a:lnTo>
                <a:lnTo>
                  <a:pt x="128587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8039100" y="1495425"/>
            <a:ext cx="5867400" cy="762000"/>
          </a:xfrm>
          <a:custGeom>
            <a:avLst/>
            <a:gdLst/>
            <a:ahLst/>
            <a:cxnLst/>
            <a:rect l="l" t="t" r="r" b="b"/>
            <a:pathLst>
              <a:path w="5867400" h="762000">
                <a:moveTo>
                  <a:pt x="0" y="0"/>
                </a:moveTo>
                <a:lnTo>
                  <a:pt x="5867400" y="0"/>
                </a:lnTo>
                <a:lnTo>
                  <a:pt x="58674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391356" y="1681162"/>
            <a:ext cx="5200609" cy="404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6" b="1" i="1" spc="-51">
                <a:solidFill>
                  <a:srgbClr val="F140BB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Bramble </a:t>
            </a:r>
            <a:r>
              <a:rPr lang="en-US" sz="2586" b="1" i="1" spc="-51">
                <a:solidFill>
                  <a:srgbClr val="F488E6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+ </a:t>
            </a:r>
            <a:r>
              <a:rPr lang="en-US" sz="2586" b="1" i="1" spc="-51">
                <a:solidFill>
                  <a:srgbClr val="F140BB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BB </a:t>
            </a:r>
            <a:r>
              <a:rPr lang="en-US" sz="2586" b="1" i="1" spc="-51">
                <a:solidFill>
                  <a:srgbClr val="F488E6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+</a:t>
            </a:r>
            <a:r>
              <a:rPr lang="en-US" sz="2586" b="1" i="1" spc="-51">
                <a:solidFill>
                  <a:srgbClr val="F140BB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 Smite </a:t>
            </a:r>
            <a:r>
              <a:rPr lang="en-US" sz="2586" b="1" i="1" spc="-51">
                <a:solidFill>
                  <a:srgbClr val="F488E6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(Amber / LH)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05675" y="2247900"/>
            <a:ext cx="3768712" cy="637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2122" i="1" spc="-42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ยีนคู่ทับตัวซัพพอร์ตสายยี้อ</a:t>
            </a:r>
          </a:p>
          <a:p>
            <a:pPr algn="l">
              <a:lnSpc>
                <a:spcPts val="2547"/>
              </a:lnSpc>
            </a:pPr>
            <a:r>
              <a:rPr lang="en-US" sz="2122" i="1" spc="-42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เน้นยืนตีสวน </a:t>
            </a:r>
            <a:r>
              <a:rPr lang="en-US" sz="2122" i="1" spc="-42">
                <a:solidFill>
                  <a:srgbClr val="F488E6"/>
                </a:solidFill>
                <a:latin typeface="Cloud Italics"/>
                <a:ea typeface="Cloud Italics"/>
                <a:cs typeface="Cloud Italics"/>
                <a:sym typeface="Cloud Italics"/>
              </a:rPr>
              <a:t>วนเทิร์นเท็บ </a:t>
            </a:r>
            <a:r>
              <a:rPr lang="en-US" sz="2122" b="1" i="1" spc="-42">
                <a:solidFill>
                  <a:srgbClr val="F140BB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Stacks</a:t>
            </a:r>
            <a:r>
              <a:rPr lang="en-US" sz="2122" i="1" spc="-42">
                <a:solidFill>
                  <a:srgbClr val="F488E6"/>
                </a:solidFill>
                <a:latin typeface="Cloud Italics"/>
                <a:ea typeface="Cloud Italics"/>
                <a:cs typeface="Cloud Italics"/>
                <a:sym typeface="Cloud Italics"/>
              </a:rPr>
              <a:t> รีวๆ</a:t>
            </a:r>
          </a:p>
        </p:txBody>
      </p:sp>
      <p:sp>
        <p:nvSpPr>
          <p:cNvPr id="30" name="Freeform 30"/>
          <p:cNvSpPr/>
          <p:nvPr/>
        </p:nvSpPr>
        <p:spPr>
          <a:xfrm>
            <a:off x="7496175" y="2809875"/>
            <a:ext cx="1838325" cy="2819400"/>
          </a:xfrm>
          <a:custGeom>
            <a:avLst/>
            <a:gdLst/>
            <a:ahLst/>
            <a:cxnLst/>
            <a:rect l="l" t="t" r="r" b="b"/>
            <a:pathLst>
              <a:path w="1838325" h="2819400">
                <a:moveTo>
                  <a:pt x="0" y="0"/>
                </a:moveTo>
                <a:lnTo>
                  <a:pt x="1838325" y="0"/>
                </a:lnTo>
                <a:lnTo>
                  <a:pt x="1838325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7677150" y="4876800"/>
            <a:ext cx="742950" cy="571500"/>
          </a:xfrm>
          <a:custGeom>
            <a:avLst/>
            <a:gdLst/>
            <a:ahLst/>
            <a:cxnLst/>
            <a:rect l="l" t="t" r="r" b="b"/>
            <a:pathLst>
              <a:path w="742950" h="571500">
                <a:moveTo>
                  <a:pt x="0" y="0"/>
                </a:moveTo>
                <a:lnTo>
                  <a:pt x="742950" y="0"/>
                </a:lnTo>
                <a:lnTo>
                  <a:pt x="7429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7858125" y="4876800"/>
            <a:ext cx="371475" cy="571500"/>
          </a:xfrm>
          <a:custGeom>
            <a:avLst/>
            <a:gdLst/>
            <a:ahLst/>
            <a:cxnLst/>
            <a:rect l="l" t="t" r="r" b="b"/>
            <a:pathLst>
              <a:path w="371475" h="571500">
                <a:moveTo>
                  <a:pt x="0" y="0"/>
                </a:moveTo>
                <a:lnTo>
                  <a:pt x="371475" y="0"/>
                </a:lnTo>
                <a:lnTo>
                  <a:pt x="3714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9144000" y="2809875"/>
            <a:ext cx="1828800" cy="2819400"/>
          </a:xfrm>
          <a:custGeom>
            <a:avLst/>
            <a:gdLst/>
            <a:ahLst/>
            <a:cxnLst/>
            <a:rect l="l" t="t" r="r" b="b"/>
            <a:pathLst>
              <a:path w="1828800" h="2819400">
                <a:moveTo>
                  <a:pt x="0" y="0"/>
                </a:moveTo>
                <a:lnTo>
                  <a:pt x="1828800" y="0"/>
                </a:lnTo>
                <a:lnTo>
                  <a:pt x="1828800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9505950" y="4876800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0782300" y="2809875"/>
            <a:ext cx="2019300" cy="2819400"/>
          </a:xfrm>
          <a:custGeom>
            <a:avLst/>
            <a:gdLst/>
            <a:ahLst/>
            <a:cxnLst/>
            <a:rect l="l" t="t" r="r" b="b"/>
            <a:pathLst>
              <a:path w="2019300" h="2819400">
                <a:moveTo>
                  <a:pt x="0" y="0"/>
                </a:moveTo>
                <a:lnTo>
                  <a:pt x="2019300" y="0"/>
                </a:lnTo>
                <a:lnTo>
                  <a:pt x="2019300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0972800" y="2809875"/>
            <a:ext cx="1828800" cy="2819400"/>
          </a:xfrm>
          <a:custGeom>
            <a:avLst/>
            <a:gdLst/>
            <a:ahLst/>
            <a:cxnLst/>
            <a:rect l="l" t="t" r="r" b="b"/>
            <a:pathLst>
              <a:path w="1828800" h="2819400">
                <a:moveTo>
                  <a:pt x="0" y="0"/>
                </a:moveTo>
                <a:lnTo>
                  <a:pt x="1828800" y="0"/>
                </a:lnTo>
                <a:lnTo>
                  <a:pt x="1828800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1153775" y="4876800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2611100" y="2809875"/>
            <a:ext cx="1838325" cy="2819400"/>
          </a:xfrm>
          <a:custGeom>
            <a:avLst/>
            <a:gdLst/>
            <a:ahLst/>
            <a:cxnLst/>
            <a:rect l="l" t="t" r="r" b="b"/>
            <a:pathLst>
              <a:path w="1838325" h="2819400">
                <a:moveTo>
                  <a:pt x="0" y="0"/>
                </a:moveTo>
                <a:lnTo>
                  <a:pt x="1838325" y="0"/>
                </a:lnTo>
                <a:lnTo>
                  <a:pt x="1838325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2801600" y="2809875"/>
            <a:ext cx="1647825" cy="2819400"/>
          </a:xfrm>
          <a:custGeom>
            <a:avLst/>
            <a:gdLst/>
            <a:ahLst/>
            <a:cxnLst/>
            <a:rect l="l" t="t" r="r" b="b"/>
            <a:pathLst>
              <a:path w="1647825" h="2819400">
                <a:moveTo>
                  <a:pt x="0" y="0"/>
                </a:moveTo>
                <a:lnTo>
                  <a:pt x="1647825" y="0"/>
                </a:lnTo>
                <a:lnTo>
                  <a:pt x="1647825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2801600" y="4876800"/>
            <a:ext cx="733425" cy="571500"/>
          </a:xfrm>
          <a:custGeom>
            <a:avLst/>
            <a:gdLst/>
            <a:ahLst/>
            <a:cxnLst/>
            <a:rect l="l" t="t" r="r" b="b"/>
            <a:pathLst>
              <a:path w="733425" h="571500">
                <a:moveTo>
                  <a:pt x="0" y="0"/>
                </a:moveTo>
                <a:lnTo>
                  <a:pt x="733425" y="0"/>
                </a:lnTo>
                <a:lnTo>
                  <a:pt x="7334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2982575" y="4876800"/>
            <a:ext cx="371475" cy="571500"/>
          </a:xfrm>
          <a:custGeom>
            <a:avLst/>
            <a:gdLst/>
            <a:ahLst/>
            <a:cxnLst/>
            <a:rect l="l" t="t" r="r" b="b"/>
            <a:pathLst>
              <a:path w="371475" h="571500">
                <a:moveTo>
                  <a:pt x="0" y="0"/>
                </a:moveTo>
                <a:lnTo>
                  <a:pt x="371475" y="0"/>
                </a:lnTo>
                <a:lnTo>
                  <a:pt x="3714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7496175" y="5619750"/>
            <a:ext cx="2752725" cy="762000"/>
          </a:xfrm>
          <a:custGeom>
            <a:avLst/>
            <a:gdLst/>
            <a:ahLst/>
            <a:cxnLst/>
            <a:rect l="l" t="t" r="r" b="b"/>
            <a:pathLst>
              <a:path w="2752725" h="762000">
                <a:moveTo>
                  <a:pt x="0" y="0"/>
                </a:moveTo>
                <a:lnTo>
                  <a:pt x="2752725" y="0"/>
                </a:lnTo>
                <a:lnTo>
                  <a:pt x="27527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8039100" y="5619750"/>
            <a:ext cx="561975" cy="571500"/>
          </a:xfrm>
          <a:custGeom>
            <a:avLst/>
            <a:gdLst/>
            <a:ahLst/>
            <a:cxnLst/>
            <a:rect l="l" t="t" r="r" b="b"/>
            <a:pathLst>
              <a:path w="561975" h="571500">
                <a:moveTo>
                  <a:pt x="0" y="0"/>
                </a:moveTo>
                <a:lnTo>
                  <a:pt x="561975" y="0"/>
                </a:lnTo>
                <a:lnTo>
                  <a:pt x="5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9686925" y="5619750"/>
            <a:ext cx="2571750" cy="762000"/>
          </a:xfrm>
          <a:custGeom>
            <a:avLst/>
            <a:gdLst/>
            <a:ahLst/>
            <a:cxnLst/>
            <a:rect l="l" t="t" r="r" b="b"/>
            <a:pathLst>
              <a:path w="2571750" h="762000">
                <a:moveTo>
                  <a:pt x="0" y="0"/>
                </a:moveTo>
                <a:lnTo>
                  <a:pt x="2571750" y="0"/>
                </a:lnTo>
                <a:lnTo>
                  <a:pt x="25717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10239375" y="5619750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1887200" y="5619750"/>
            <a:ext cx="2381250" cy="762000"/>
          </a:xfrm>
          <a:custGeom>
            <a:avLst/>
            <a:gdLst/>
            <a:ahLst/>
            <a:cxnLst/>
            <a:rect l="l" t="t" r="r" b="b"/>
            <a:pathLst>
              <a:path w="2381250" h="762000">
                <a:moveTo>
                  <a:pt x="0" y="0"/>
                </a:moveTo>
                <a:lnTo>
                  <a:pt x="2381250" y="0"/>
                </a:lnTo>
                <a:lnTo>
                  <a:pt x="23812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12249150" y="5619750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180975" y="6372225"/>
            <a:ext cx="5124450" cy="942975"/>
          </a:xfrm>
          <a:custGeom>
            <a:avLst/>
            <a:gdLst/>
            <a:ahLst/>
            <a:cxnLst/>
            <a:rect l="l" t="t" r="r" b="b"/>
            <a:pathLst>
              <a:path w="5124450" h="942975">
                <a:moveTo>
                  <a:pt x="0" y="0"/>
                </a:moveTo>
                <a:lnTo>
                  <a:pt x="5124450" y="0"/>
                </a:lnTo>
                <a:lnTo>
                  <a:pt x="51244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180975" y="6562725"/>
            <a:ext cx="733425" cy="752475"/>
          </a:xfrm>
          <a:custGeom>
            <a:avLst/>
            <a:gdLst/>
            <a:ahLst/>
            <a:cxnLst/>
            <a:rect l="l" t="t" r="r" b="b"/>
            <a:pathLst>
              <a:path w="733425" h="752475">
                <a:moveTo>
                  <a:pt x="0" y="0"/>
                </a:moveTo>
                <a:lnTo>
                  <a:pt x="733425" y="0"/>
                </a:lnTo>
                <a:lnTo>
                  <a:pt x="7334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 rot="-142382">
            <a:off x="907904" y="6600824"/>
            <a:ext cx="3818047" cy="3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6" b="1" spc="-44">
                <a:solidFill>
                  <a:srgbClr val="000000"/>
                </a:solidFill>
                <a:latin typeface="Cloud Bold"/>
                <a:ea typeface="Cloud Bold"/>
                <a:cs typeface="Cloud Bold"/>
                <a:sym typeface="Cloud Bold"/>
              </a:rPr>
              <a:t>Tips &amp; Module Tricks   เพิ่มเติม:</a:t>
            </a:r>
          </a:p>
        </p:txBody>
      </p:sp>
      <p:sp>
        <p:nvSpPr>
          <p:cNvPr id="51" name="Freeform 51"/>
          <p:cNvSpPr/>
          <p:nvPr/>
        </p:nvSpPr>
        <p:spPr>
          <a:xfrm>
            <a:off x="180975" y="6934200"/>
            <a:ext cx="4391025" cy="2257425"/>
          </a:xfrm>
          <a:custGeom>
            <a:avLst/>
            <a:gdLst/>
            <a:ahLst/>
            <a:cxnLst/>
            <a:rect l="l" t="t" r="r" b="b"/>
            <a:pathLst>
              <a:path w="4391025" h="2257425">
                <a:moveTo>
                  <a:pt x="0" y="0"/>
                </a:moveTo>
                <a:lnTo>
                  <a:pt x="4391025" y="0"/>
                </a:lnTo>
                <a:lnTo>
                  <a:pt x="4391025" y="2257425"/>
                </a:lnTo>
                <a:lnTo>
                  <a:pt x="0" y="2257425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361950" y="7124700"/>
            <a:ext cx="1285875" cy="1504950"/>
          </a:xfrm>
          <a:custGeom>
            <a:avLst/>
            <a:gdLst/>
            <a:ahLst/>
            <a:cxnLst/>
            <a:rect l="l" t="t" r="r" b="b"/>
            <a:pathLst>
              <a:path w="1285875" h="1504950">
                <a:moveTo>
                  <a:pt x="0" y="0"/>
                </a:moveTo>
                <a:lnTo>
                  <a:pt x="1285875" y="0"/>
                </a:lnTo>
                <a:lnTo>
                  <a:pt x="12858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 rot="-348046">
            <a:off x="639328" y="8415337"/>
            <a:ext cx="686541" cy="3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6" i="1" spc="-44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2206" i="1" spc="-44">
                <a:solidFill>
                  <a:srgbClr val="5F99E0"/>
                </a:solidFill>
                <a:latin typeface="Sriracha"/>
                <a:ea typeface="Sriracha"/>
                <a:cs typeface="Sriracha"/>
                <a:sym typeface="Sriracha"/>
              </a:rPr>
              <a:t>Qano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76350" y="7124700"/>
            <a:ext cx="1285875" cy="1504950"/>
          </a:xfrm>
          <a:custGeom>
            <a:avLst/>
            <a:gdLst/>
            <a:ahLst/>
            <a:cxnLst/>
            <a:rect l="l" t="t" r="r" b="b"/>
            <a:pathLst>
              <a:path w="1285875" h="1504950">
                <a:moveTo>
                  <a:pt x="0" y="0"/>
                </a:moveTo>
                <a:lnTo>
                  <a:pt x="1285875" y="0"/>
                </a:lnTo>
                <a:lnTo>
                  <a:pt x="12858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TextBox 55"/>
          <p:cNvSpPr txBox="1"/>
          <p:nvPr/>
        </p:nvSpPr>
        <p:spPr>
          <a:xfrm rot="-348046">
            <a:off x="1645986" y="8415337"/>
            <a:ext cx="698484" cy="3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6" i="1" spc="-44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2206" i="1" spc="-44">
                <a:solidFill>
                  <a:srgbClr val="F488E6"/>
                </a:solidFill>
                <a:latin typeface="Sriracha"/>
                <a:ea typeface="Sriracha"/>
                <a:cs typeface="Sriracha"/>
                <a:sym typeface="Sriracha"/>
              </a:rPr>
              <a:t>Mass</a:t>
            </a:r>
          </a:p>
        </p:txBody>
      </p:sp>
      <p:sp>
        <p:nvSpPr>
          <p:cNvPr id="56" name="Freeform 56"/>
          <p:cNvSpPr/>
          <p:nvPr/>
        </p:nvSpPr>
        <p:spPr>
          <a:xfrm>
            <a:off x="2371725" y="8248650"/>
            <a:ext cx="923925" cy="762000"/>
          </a:xfrm>
          <a:custGeom>
            <a:avLst/>
            <a:gdLst/>
            <a:ahLst/>
            <a:cxnLst/>
            <a:rect l="l" t="t" r="r" b="b"/>
            <a:pathLst>
              <a:path w="923925" h="762000">
                <a:moveTo>
                  <a:pt x="0" y="0"/>
                </a:moveTo>
                <a:lnTo>
                  <a:pt x="923925" y="0"/>
                </a:lnTo>
                <a:lnTo>
                  <a:pt x="9239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2552700" y="8248650"/>
            <a:ext cx="561975" cy="571500"/>
          </a:xfrm>
          <a:custGeom>
            <a:avLst/>
            <a:gdLst/>
            <a:ahLst/>
            <a:cxnLst/>
            <a:rect l="l" t="t" r="r" b="b"/>
            <a:pathLst>
              <a:path w="561975" h="571500">
                <a:moveTo>
                  <a:pt x="0" y="0"/>
                </a:moveTo>
                <a:lnTo>
                  <a:pt x="561975" y="0"/>
                </a:lnTo>
                <a:lnTo>
                  <a:pt x="5619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TextBox 58"/>
          <p:cNvSpPr txBox="1"/>
          <p:nvPr/>
        </p:nvSpPr>
        <p:spPr>
          <a:xfrm>
            <a:off x="2556076" y="7453273"/>
            <a:ext cx="1798860" cy="769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637" spc="-32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หากใส่โมถูลใหม่</a:t>
            </a:r>
          </a:p>
          <a:p>
            <a:pPr algn="l">
              <a:lnSpc>
                <a:spcPts val="2128"/>
              </a:lnSpc>
            </a:pPr>
            <a:r>
              <a:rPr lang="en-US" sz="1637" b="1" spc="-32">
                <a:solidFill>
                  <a:srgbClr val="F0C040"/>
                </a:solidFill>
                <a:latin typeface="Cloud Semi-Bold"/>
                <a:ea typeface="Cloud Semi-Bold"/>
                <a:cs typeface="Cloud Semi-Bold"/>
                <a:sym typeface="Cloud Semi-Bold"/>
              </a:rPr>
              <a:t>Ebu </a:t>
            </a:r>
            <a:r>
              <a:rPr lang="en-US" sz="1637" spc="-32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จะช่วยบุสตาแจ</a:t>
            </a:r>
          </a:p>
          <a:p>
            <a:pPr algn="l">
              <a:lnSpc>
                <a:spcPts val="2128"/>
              </a:lnSpc>
            </a:pPr>
            <a:r>
              <a:rPr lang="en-US" sz="1637" spc="-32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ขึ้นมาได้อีกพอสมควรเลย</a:t>
            </a:r>
          </a:p>
        </p:txBody>
      </p:sp>
      <p:sp>
        <p:nvSpPr>
          <p:cNvPr id="59" name="Freeform 59"/>
          <p:cNvSpPr/>
          <p:nvPr/>
        </p:nvSpPr>
        <p:spPr>
          <a:xfrm>
            <a:off x="4381500" y="6562725"/>
            <a:ext cx="4953000" cy="2819400"/>
          </a:xfrm>
          <a:custGeom>
            <a:avLst/>
            <a:gdLst/>
            <a:ahLst/>
            <a:cxnLst/>
            <a:rect l="l" t="t" r="r" b="b"/>
            <a:pathLst>
              <a:path w="4953000" h="2819400">
                <a:moveTo>
                  <a:pt x="0" y="0"/>
                </a:moveTo>
                <a:lnTo>
                  <a:pt x="4953000" y="0"/>
                </a:lnTo>
                <a:lnTo>
                  <a:pt x="4953000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4572000" y="7124700"/>
            <a:ext cx="1104900" cy="1885950"/>
          </a:xfrm>
          <a:custGeom>
            <a:avLst/>
            <a:gdLst/>
            <a:ahLst/>
            <a:cxnLst/>
            <a:rect l="l" t="t" r="r" b="b"/>
            <a:pathLst>
              <a:path w="1104900" h="1885950">
                <a:moveTo>
                  <a:pt x="0" y="0"/>
                </a:moveTo>
                <a:lnTo>
                  <a:pt x="1104900" y="0"/>
                </a:lnTo>
                <a:lnTo>
                  <a:pt x="1104900" y="1885950"/>
                </a:lnTo>
                <a:lnTo>
                  <a:pt x="0" y="1885950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4752975" y="6934200"/>
            <a:ext cx="733425" cy="762000"/>
          </a:xfrm>
          <a:custGeom>
            <a:avLst/>
            <a:gdLst/>
            <a:ahLst/>
            <a:cxnLst/>
            <a:rect l="l" t="t" r="r" b="b"/>
            <a:pathLst>
              <a:path w="733425" h="762000">
                <a:moveTo>
                  <a:pt x="0" y="0"/>
                </a:moveTo>
                <a:lnTo>
                  <a:pt x="733425" y="0"/>
                </a:lnTo>
                <a:lnTo>
                  <a:pt x="7334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5486400" y="7124700"/>
            <a:ext cx="1285875" cy="1885950"/>
          </a:xfrm>
          <a:custGeom>
            <a:avLst/>
            <a:gdLst/>
            <a:ahLst/>
            <a:cxnLst/>
            <a:rect l="l" t="t" r="r" b="b"/>
            <a:pathLst>
              <a:path w="1285875" h="1885950">
                <a:moveTo>
                  <a:pt x="0" y="0"/>
                </a:moveTo>
                <a:lnTo>
                  <a:pt x="1285875" y="0"/>
                </a:lnTo>
                <a:lnTo>
                  <a:pt x="1285875" y="1885950"/>
                </a:lnTo>
                <a:lnTo>
                  <a:pt x="0" y="1885950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6029325" y="6934200"/>
            <a:ext cx="561975" cy="762000"/>
          </a:xfrm>
          <a:custGeom>
            <a:avLst/>
            <a:gdLst/>
            <a:ahLst/>
            <a:cxnLst/>
            <a:rect l="l" t="t" r="r" b="b"/>
            <a:pathLst>
              <a:path w="561975" h="762000">
                <a:moveTo>
                  <a:pt x="0" y="0"/>
                </a:moveTo>
                <a:lnTo>
                  <a:pt x="561975" y="0"/>
                </a:lnTo>
                <a:lnTo>
                  <a:pt x="5619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4" name="Freeform 64"/>
          <p:cNvSpPr/>
          <p:nvPr/>
        </p:nvSpPr>
        <p:spPr>
          <a:xfrm>
            <a:off x="9144000" y="6743700"/>
            <a:ext cx="4572000" cy="2638425"/>
          </a:xfrm>
          <a:custGeom>
            <a:avLst/>
            <a:gdLst/>
            <a:ahLst/>
            <a:cxnLst/>
            <a:rect l="l" t="t" r="r" b="b"/>
            <a:pathLst>
              <a:path w="4572000" h="2638425">
                <a:moveTo>
                  <a:pt x="0" y="0"/>
                </a:moveTo>
                <a:lnTo>
                  <a:pt x="4572000" y="0"/>
                </a:lnTo>
                <a:lnTo>
                  <a:pt x="4572000" y="2638425"/>
                </a:lnTo>
                <a:lnTo>
                  <a:pt x="0" y="2638425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9324975" y="7124700"/>
            <a:ext cx="1285875" cy="1695450"/>
          </a:xfrm>
          <a:custGeom>
            <a:avLst/>
            <a:gdLst/>
            <a:ahLst/>
            <a:cxnLst/>
            <a:rect l="l" t="t" r="r" b="b"/>
            <a:pathLst>
              <a:path w="1285875" h="1695450">
                <a:moveTo>
                  <a:pt x="0" y="0"/>
                </a:moveTo>
                <a:lnTo>
                  <a:pt x="1285875" y="0"/>
                </a:lnTo>
                <a:lnTo>
                  <a:pt x="1285875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6" name="Freeform 66"/>
          <p:cNvSpPr/>
          <p:nvPr/>
        </p:nvSpPr>
        <p:spPr>
          <a:xfrm>
            <a:off x="9505950" y="7877175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10649830" y="7509827"/>
            <a:ext cx="2129338" cy="853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1588" spc="-31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ตัว </a:t>
            </a:r>
            <a:r>
              <a:rPr lang="en-US" sz="1588" b="1" spc="-31">
                <a:solidFill>
                  <a:srgbClr val="9972D8"/>
                </a:solidFill>
                <a:latin typeface="Cloud Semi-Bold"/>
                <a:ea typeface="Cloud Semi-Bold"/>
                <a:cs typeface="Cloud Semi-Bold"/>
                <a:sym typeface="Cloud Semi-Bold"/>
              </a:rPr>
              <a:t>CC</a:t>
            </a:r>
          </a:p>
          <a:p>
            <a:pPr algn="l">
              <a:lnSpc>
                <a:spcPts val="2303"/>
              </a:lnSpc>
            </a:pPr>
            <a:r>
              <a:rPr lang="en-US" sz="1588" spc="-31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แนะนำให้ปั้นตัว </a:t>
            </a:r>
            <a:r>
              <a:rPr lang="en-US" sz="1588" b="1" spc="-31">
                <a:solidFill>
                  <a:srgbClr val="9972D8"/>
                </a:solidFill>
                <a:latin typeface="Cloud Semi-Bold"/>
                <a:ea typeface="Cloud Semi-Bold"/>
                <a:cs typeface="Cloud Semi-Bold"/>
                <a:sym typeface="Cloud Semi-Bold"/>
              </a:rPr>
              <a:t>CC</a:t>
            </a:r>
            <a:r>
              <a:rPr lang="en-US" sz="1588" spc="-31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เพิ่มเติมไว้</a:t>
            </a:r>
          </a:p>
          <a:p>
            <a:pPr algn="l">
              <a:lnSpc>
                <a:spcPts val="2303"/>
              </a:lnSpc>
            </a:pPr>
            <a:r>
              <a:rPr lang="en-US" sz="1588" spc="-31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รับมือ เช่น </a:t>
            </a:r>
            <a:r>
              <a:rPr lang="en-US" sz="1588" b="1" spc="-31">
                <a:solidFill>
                  <a:srgbClr val="FFFFFF"/>
                </a:solidFill>
                <a:latin typeface="Cloud Semi-Bold"/>
                <a:ea typeface="Cloud Semi-Bold"/>
                <a:cs typeface="Cloud Semi-Bold"/>
                <a:sym typeface="Cloud Semi-Bold"/>
              </a:rPr>
              <a:t>Obol</a:t>
            </a:r>
          </a:p>
        </p:txBody>
      </p:sp>
      <p:sp>
        <p:nvSpPr>
          <p:cNvPr id="68" name="Freeform 68"/>
          <p:cNvSpPr/>
          <p:nvPr/>
        </p:nvSpPr>
        <p:spPr>
          <a:xfrm>
            <a:off x="11887200" y="6372225"/>
            <a:ext cx="2562225" cy="1514475"/>
          </a:xfrm>
          <a:custGeom>
            <a:avLst/>
            <a:gdLst/>
            <a:ahLst/>
            <a:cxnLst/>
            <a:rect l="l" t="t" r="r" b="b"/>
            <a:pathLst>
              <a:path w="2562225" h="1514475">
                <a:moveTo>
                  <a:pt x="0" y="0"/>
                </a:moveTo>
                <a:lnTo>
                  <a:pt x="2562225" y="0"/>
                </a:lnTo>
                <a:lnTo>
                  <a:pt x="2562225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9" name="Freeform 69"/>
          <p:cNvSpPr/>
          <p:nvPr/>
        </p:nvSpPr>
        <p:spPr>
          <a:xfrm>
            <a:off x="12801600" y="7124700"/>
            <a:ext cx="1828800" cy="2447925"/>
          </a:xfrm>
          <a:custGeom>
            <a:avLst/>
            <a:gdLst/>
            <a:ahLst/>
            <a:cxnLst/>
            <a:rect l="l" t="t" r="r" b="b"/>
            <a:pathLst>
              <a:path w="1828800" h="2447925">
                <a:moveTo>
                  <a:pt x="0" y="0"/>
                </a:moveTo>
                <a:lnTo>
                  <a:pt x="1828800" y="0"/>
                </a:lnTo>
                <a:lnTo>
                  <a:pt x="1828800" y="2447925"/>
                </a:lnTo>
                <a:lnTo>
                  <a:pt x="0" y="2447925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0" name="Freeform 70"/>
          <p:cNvSpPr/>
          <p:nvPr/>
        </p:nvSpPr>
        <p:spPr>
          <a:xfrm>
            <a:off x="13163550" y="180975"/>
            <a:ext cx="1285875" cy="571500"/>
          </a:xfrm>
          <a:custGeom>
            <a:avLst/>
            <a:gdLst/>
            <a:ahLst/>
            <a:cxnLst/>
            <a:rect l="l" t="t" r="r" b="b"/>
            <a:pathLst>
              <a:path w="1285875" h="571500">
                <a:moveTo>
                  <a:pt x="0" y="0"/>
                </a:moveTo>
                <a:lnTo>
                  <a:pt x="1285875" y="0"/>
                </a:lnTo>
                <a:lnTo>
                  <a:pt x="128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13495179" y="233362"/>
            <a:ext cx="843047" cy="29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4"/>
              </a:lnSpc>
            </a:pPr>
            <a:r>
              <a:rPr lang="en-US" sz="1953" b="1" spc="-39">
                <a:solidFill>
                  <a:srgbClr val="FFFFFF">
                    <a:alpha val="49804"/>
                  </a:srgbClr>
                </a:solidFill>
                <a:latin typeface="Cloud Semi-Bold"/>
                <a:ea typeface="Cloud Semi-Bold"/>
                <a:cs typeface="Cloud Semi-Bold"/>
                <a:sym typeface="Cloud Semi-Bold"/>
              </a:rPr>
              <a:t>ETHRIA</a:t>
            </a:r>
          </a:p>
        </p:txBody>
      </p:sp>
      <p:sp>
        <p:nvSpPr>
          <p:cNvPr id="72" name="Freeform 72"/>
          <p:cNvSpPr/>
          <p:nvPr/>
        </p:nvSpPr>
        <p:spPr>
          <a:xfrm>
            <a:off x="723900" y="0"/>
            <a:ext cx="2390775" cy="1504950"/>
          </a:xfrm>
          <a:custGeom>
            <a:avLst/>
            <a:gdLst/>
            <a:ahLst/>
            <a:cxnLst/>
            <a:rect l="l" t="t" r="r" b="b"/>
            <a:pathLst>
              <a:path w="2390775" h="1504950">
                <a:moveTo>
                  <a:pt x="0" y="0"/>
                </a:moveTo>
                <a:lnTo>
                  <a:pt x="2390775" y="0"/>
                </a:lnTo>
                <a:lnTo>
                  <a:pt x="23907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3" name="Freeform 73"/>
          <p:cNvSpPr/>
          <p:nvPr/>
        </p:nvSpPr>
        <p:spPr>
          <a:xfrm>
            <a:off x="3105150" y="180975"/>
            <a:ext cx="923925" cy="952500"/>
          </a:xfrm>
          <a:custGeom>
            <a:avLst/>
            <a:gdLst/>
            <a:ahLst/>
            <a:cxnLst/>
            <a:rect l="l" t="t" r="r" b="b"/>
            <a:pathLst>
              <a:path w="923925" h="952500">
                <a:moveTo>
                  <a:pt x="0" y="0"/>
                </a:moveTo>
                <a:lnTo>
                  <a:pt x="923925" y="0"/>
                </a:lnTo>
                <a:lnTo>
                  <a:pt x="9239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4" name="TextBox 74"/>
          <p:cNvSpPr txBox="1"/>
          <p:nvPr/>
        </p:nvSpPr>
        <p:spPr>
          <a:xfrm>
            <a:off x="3972055" y="223837"/>
            <a:ext cx="1578211" cy="64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1"/>
              </a:lnSpc>
            </a:pPr>
            <a:r>
              <a:rPr lang="en-US" sz="4167" b="1" i="1" spc="-83" dirty="0">
                <a:solidFill>
                  <a:srgbClr val="FFFFF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SETUP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636419" y="109537"/>
            <a:ext cx="2223962" cy="76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6"/>
              </a:lnSpc>
            </a:pPr>
            <a:r>
              <a:rPr lang="en-US" sz="4962" b="1" i="1" spc="-99" dirty="0" err="1">
                <a:solidFill>
                  <a:srgbClr val="F488E6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ที</a:t>
            </a:r>
            <a:r>
              <a:rPr lang="en-US" sz="4962" b="1" i="1" spc="-99" dirty="0" err="1">
                <a:solidFill>
                  <a:srgbClr val="F140BB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มกันบ้าน</a:t>
            </a:r>
            <a:endParaRPr lang="en-US" sz="4962" b="1" i="1" spc="-99" dirty="0">
              <a:solidFill>
                <a:srgbClr val="F140BB"/>
              </a:solidFill>
              <a:latin typeface="Cloud Semi-Bold Italics"/>
              <a:ea typeface="Cloud Semi-Bold Italics"/>
              <a:cs typeface="Cloud Semi-Bold Italics"/>
              <a:sym typeface="Cloud Semi-Bold Italics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276350" y="742950"/>
            <a:ext cx="6953250" cy="762000"/>
          </a:xfrm>
          <a:custGeom>
            <a:avLst/>
            <a:gdLst/>
            <a:ahLst/>
            <a:cxnLst/>
            <a:rect l="l" t="t" r="r" b="b"/>
            <a:pathLst>
              <a:path w="6953250" h="762000">
                <a:moveTo>
                  <a:pt x="0" y="0"/>
                </a:moveTo>
                <a:lnTo>
                  <a:pt x="6953250" y="0"/>
                </a:lnTo>
                <a:lnTo>
                  <a:pt x="69532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7" name="Freeform 77"/>
          <p:cNvSpPr/>
          <p:nvPr/>
        </p:nvSpPr>
        <p:spPr>
          <a:xfrm>
            <a:off x="10601325" y="933450"/>
            <a:ext cx="1657350" cy="381000"/>
          </a:xfrm>
          <a:custGeom>
            <a:avLst/>
            <a:gdLst/>
            <a:ahLst/>
            <a:cxnLst/>
            <a:rect l="l" t="t" r="r" b="b"/>
            <a:pathLst>
              <a:path w="1657350" h="381000">
                <a:moveTo>
                  <a:pt x="0" y="0"/>
                </a:moveTo>
                <a:lnTo>
                  <a:pt x="1657350" y="0"/>
                </a:lnTo>
                <a:lnTo>
                  <a:pt x="16573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6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8" name="TextBox 78"/>
          <p:cNvSpPr txBox="1"/>
          <p:nvPr/>
        </p:nvSpPr>
        <p:spPr>
          <a:xfrm rot="-1054687">
            <a:off x="129206" y="8881212"/>
            <a:ext cx="1370931" cy="64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6"/>
              </a:lnSpc>
            </a:pPr>
            <a:r>
              <a:rPr lang="en-US" sz="1696" i="1" spc="-33">
                <a:solidFill>
                  <a:srgbClr val="FFFFFF">
                    <a:alpha val="49804"/>
                  </a:srgbClr>
                </a:solidFill>
                <a:latin typeface="Sriracha"/>
                <a:ea typeface="Sriracha"/>
                <a:cs typeface="Sriracha"/>
                <a:sym typeface="Sriracha"/>
              </a:rPr>
              <a:t>  FIGHT</a:t>
            </a:r>
          </a:p>
          <a:p>
            <a:pPr algn="l">
              <a:lnSpc>
                <a:spcPts val="1696"/>
              </a:lnSpc>
            </a:pPr>
            <a:r>
              <a:rPr lang="en-US" sz="1696" i="1" spc="-33">
                <a:solidFill>
                  <a:srgbClr val="FFFFFF">
                    <a:alpha val="49804"/>
                  </a:srgbClr>
                </a:solidFill>
                <a:latin typeface="Sriracha"/>
                <a:ea typeface="Sriracha"/>
                <a:cs typeface="Sriracha"/>
                <a:sym typeface="Sriracha"/>
              </a:rPr>
              <a:t>  TOGETHER</a:t>
            </a:r>
          </a:p>
          <a:p>
            <a:pPr algn="l">
              <a:lnSpc>
                <a:spcPts val="1696"/>
              </a:lnSpc>
            </a:pPr>
            <a:r>
              <a:rPr lang="en-US" sz="1696" i="1" spc="-33">
                <a:solidFill>
                  <a:srgbClr val="FFFFFF">
                    <a:alpha val="49804"/>
                  </a:srgbClr>
                </a:solidFill>
                <a:latin typeface="Sriracha"/>
                <a:ea typeface="Sriracha"/>
                <a:cs typeface="Sriracha"/>
                <a:sym typeface="Sriracha"/>
              </a:rPr>
              <a:t>     STRONGER!</a:t>
            </a:r>
          </a:p>
        </p:txBody>
      </p:sp>
      <p:sp>
        <p:nvSpPr>
          <p:cNvPr id="79" name="Freeform 79"/>
          <p:cNvSpPr/>
          <p:nvPr/>
        </p:nvSpPr>
        <p:spPr>
          <a:xfrm>
            <a:off x="361950" y="180975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0" name="Freeform 80"/>
          <p:cNvSpPr/>
          <p:nvPr/>
        </p:nvSpPr>
        <p:spPr>
          <a:xfrm>
            <a:off x="12249150" y="180975"/>
            <a:ext cx="371475" cy="390525"/>
          </a:xfrm>
          <a:custGeom>
            <a:avLst/>
            <a:gdLst/>
            <a:ahLst/>
            <a:cxnLst/>
            <a:rect l="l" t="t" r="r" b="b"/>
            <a:pathLst>
              <a:path w="371475" h="390525">
                <a:moveTo>
                  <a:pt x="0" y="0"/>
                </a:moveTo>
                <a:lnTo>
                  <a:pt x="371475" y="0"/>
                </a:lnTo>
                <a:lnTo>
                  <a:pt x="371475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6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 rot="-485156">
            <a:off x="9664213" y="295461"/>
            <a:ext cx="2587212" cy="735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0"/>
              </a:lnSpc>
            </a:pPr>
            <a:r>
              <a:rPr lang="en-US" sz="2164" spc="64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“ เร็ว  เปิดก่อน  ฮื้อไว้ </a:t>
            </a:r>
          </a:p>
          <a:p>
            <a:pPr algn="ctr">
              <a:lnSpc>
                <a:spcPts val="3030"/>
              </a:lnSpc>
            </a:pPr>
            <a:r>
              <a:rPr lang="en-US" sz="2164" spc="64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   แล้วเก็บทีละเทิร์น ”</a:t>
            </a:r>
          </a:p>
        </p:txBody>
      </p:sp>
      <p:sp>
        <p:nvSpPr>
          <p:cNvPr id="82" name="TextBox 82"/>
          <p:cNvSpPr txBox="1"/>
          <p:nvPr/>
        </p:nvSpPr>
        <p:spPr>
          <a:xfrm rot="-754101">
            <a:off x="12170165" y="7200900"/>
            <a:ext cx="2183546" cy="214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489" i="1" spc="-29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เพิ่มเติม มาแชร์ในแชตกันได้เลยนะ!</a:t>
            </a:r>
          </a:p>
        </p:txBody>
      </p:sp>
      <p:sp>
        <p:nvSpPr>
          <p:cNvPr id="83" name="TextBox 83"/>
          <p:cNvSpPr txBox="1"/>
          <p:nvPr/>
        </p:nvSpPr>
        <p:spPr>
          <a:xfrm rot="-754101">
            <a:off x="12105262" y="6934399"/>
            <a:ext cx="2184921" cy="26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749" b="1" i="1" spc="-35">
                <a:solidFill>
                  <a:srgbClr val="FFFFF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โครมีไอเดียหรือบิวต์ติ้งๆ</a:t>
            </a:r>
          </a:p>
        </p:txBody>
      </p:sp>
      <p:sp>
        <p:nvSpPr>
          <p:cNvPr id="84" name="TextBox 84"/>
          <p:cNvSpPr txBox="1"/>
          <p:nvPr/>
        </p:nvSpPr>
        <p:spPr>
          <a:xfrm rot="-142382">
            <a:off x="4205992" y="928687"/>
            <a:ext cx="1747364" cy="3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6" i="1" spc="-44" dirty="0">
                <a:solidFill>
                  <a:srgbClr val="FFFFFF">
                    <a:alpha val="74902"/>
                  </a:srgbClr>
                </a:solidFill>
                <a:latin typeface="Sriracha"/>
                <a:ea typeface="Sriracha"/>
                <a:cs typeface="Sriracha"/>
                <a:sym typeface="Sriracha"/>
              </a:rPr>
              <a:t>(Credit: Punn)</a:t>
            </a:r>
          </a:p>
        </p:txBody>
      </p:sp>
      <p:sp>
        <p:nvSpPr>
          <p:cNvPr id="85" name="TextBox 85"/>
          <p:cNvSpPr txBox="1"/>
          <p:nvPr/>
        </p:nvSpPr>
        <p:spPr>
          <a:xfrm rot="-348046">
            <a:off x="1977928" y="4543425"/>
            <a:ext cx="1777534" cy="29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988" i="1" spc="-39" dirty="0">
                <a:solidFill>
                  <a:srgbClr val="F140BB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1988" i="1" spc="-39" dirty="0">
                <a:solidFill>
                  <a:srgbClr val="F14A5F"/>
                </a:solidFill>
                <a:latin typeface="Sriracha"/>
                <a:ea typeface="Sriracha"/>
                <a:cs typeface="Sriracha"/>
                <a:sym typeface="Sriracha"/>
              </a:rPr>
              <a:t>Strive</a:t>
            </a:r>
            <a:r>
              <a:rPr lang="en-US" sz="1988" i="1" spc="-39" dirty="0">
                <a:solidFill>
                  <a:srgbClr val="F1D81F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1988" i="1" spc="-39" dirty="0">
                <a:solidFill>
                  <a:srgbClr val="F140BB"/>
                </a:solidFill>
                <a:latin typeface="Sriracha"/>
                <a:ea typeface="Sriracha"/>
                <a:cs typeface="Sriracha"/>
                <a:sym typeface="Sriracha"/>
              </a:rPr>
              <a:t>/ Broken</a:t>
            </a:r>
          </a:p>
        </p:txBody>
      </p:sp>
      <p:sp>
        <p:nvSpPr>
          <p:cNvPr id="86" name="TextBox 86"/>
          <p:cNvSpPr txBox="1"/>
          <p:nvPr/>
        </p:nvSpPr>
        <p:spPr>
          <a:xfrm rot="-348046">
            <a:off x="10952760" y="4533924"/>
            <a:ext cx="1777357" cy="252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637" i="1" spc="-32">
                <a:solidFill>
                  <a:srgbClr val="F0C040"/>
                </a:solidFill>
                <a:latin typeface="Sriracha"/>
                <a:ea typeface="Sriracha"/>
                <a:cs typeface="Sriracha"/>
                <a:sym typeface="Sriracha"/>
              </a:rPr>
              <a:t>Smite</a:t>
            </a:r>
            <a:r>
              <a:rPr lang="en-US" sz="1637" i="1" spc="-32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1637" i="1" spc="-32">
                <a:solidFill>
                  <a:srgbClr val="F0C040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1637" i="1" spc="-32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(Amber / LH)</a:t>
            </a:r>
          </a:p>
        </p:txBody>
      </p:sp>
      <p:sp>
        <p:nvSpPr>
          <p:cNvPr id="87" name="TextBox 87"/>
          <p:cNvSpPr txBox="1"/>
          <p:nvPr/>
        </p:nvSpPr>
        <p:spPr>
          <a:xfrm rot="-348046">
            <a:off x="3795041" y="4543510"/>
            <a:ext cx="1777926" cy="25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749" i="1" spc="-35">
                <a:solidFill>
                  <a:srgbClr val="F0C040"/>
                </a:solidFill>
                <a:latin typeface="Sriracha"/>
                <a:ea typeface="Sriracha"/>
                <a:cs typeface="Sriracha"/>
                <a:sym typeface="Sriracha"/>
              </a:rPr>
              <a:t>Smite</a:t>
            </a:r>
            <a:r>
              <a:rPr lang="en-US" sz="1749" i="1" spc="-35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1749" i="1" spc="-35">
                <a:solidFill>
                  <a:srgbClr val="F1D81F"/>
                </a:solidFill>
                <a:latin typeface="Sriracha"/>
                <a:ea typeface="Sriracha"/>
                <a:cs typeface="Sriracha"/>
                <a:sym typeface="Sriracha"/>
              </a:rPr>
              <a:t>(Amber)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053761" y="5776912"/>
            <a:ext cx="1298198" cy="29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1953" b="1" i="1" spc="-39">
                <a:solidFill>
                  <a:srgbClr val="FFFFF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ครอบหัว + ยื้อ</a:t>
            </a:r>
          </a:p>
        </p:txBody>
      </p:sp>
      <p:sp>
        <p:nvSpPr>
          <p:cNvPr id="89" name="TextBox 89"/>
          <p:cNvSpPr txBox="1"/>
          <p:nvPr/>
        </p:nvSpPr>
        <p:spPr>
          <a:xfrm rot="-348046">
            <a:off x="13016706" y="4471987"/>
            <a:ext cx="1070443" cy="3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6" i="1" spc="-44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 Support</a:t>
            </a:r>
          </a:p>
        </p:txBody>
      </p:sp>
      <p:sp>
        <p:nvSpPr>
          <p:cNvPr id="90" name="TextBox 90"/>
          <p:cNvSpPr txBox="1"/>
          <p:nvPr/>
        </p:nvSpPr>
        <p:spPr>
          <a:xfrm rot="-348046">
            <a:off x="7854051" y="4514849"/>
            <a:ext cx="1094912" cy="3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6" i="1" spc="-44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2206" i="1" spc="-44">
                <a:solidFill>
                  <a:srgbClr val="40E08B"/>
                </a:solidFill>
                <a:latin typeface="Sriracha"/>
                <a:ea typeface="Sriracha"/>
                <a:cs typeface="Sriracha"/>
                <a:sym typeface="Sriracha"/>
              </a:rPr>
              <a:t>Bramble</a:t>
            </a:r>
          </a:p>
        </p:txBody>
      </p:sp>
      <p:sp>
        <p:nvSpPr>
          <p:cNvPr id="91" name="TextBox 91"/>
          <p:cNvSpPr txBox="1"/>
          <p:nvPr/>
        </p:nvSpPr>
        <p:spPr>
          <a:xfrm rot="-348046">
            <a:off x="746380" y="4543424"/>
            <a:ext cx="691784" cy="3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6" i="1" spc="-44">
                <a:solidFill>
                  <a:srgbClr val="F1D81F"/>
                </a:solidFill>
                <a:latin typeface="Sriracha"/>
                <a:ea typeface="Sriracha"/>
                <a:cs typeface="Sriracha"/>
                <a:sym typeface="Sriracha"/>
              </a:rPr>
              <a:t>Swift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2920307" y="5777002"/>
            <a:ext cx="1135302" cy="28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856" b="1" i="1" spc="-37">
                <a:solidFill>
                  <a:srgbClr val="FFFFFF"/>
                </a:solidFill>
                <a:latin typeface="Cloud Semi-Bold Italics"/>
                <a:ea typeface="Cloud Semi-Bold Italics"/>
                <a:cs typeface="Cloud Semi-Bold Italics"/>
                <a:sym typeface="Cloud Semi-Bold Italics"/>
              </a:rPr>
              <a:t>เท็บ Stacks</a:t>
            </a:r>
          </a:p>
        </p:txBody>
      </p:sp>
      <p:sp>
        <p:nvSpPr>
          <p:cNvPr id="94" name="TextBox 94"/>
          <p:cNvSpPr txBox="1"/>
          <p:nvPr/>
        </p:nvSpPr>
        <p:spPr>
          <a:xfrm rot="-348046">
            <a:off x="5808595" y="8758327"/>
            <a:ext cx="1135302" cy="2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856" i="1" spc="-37">
                <a:solidFill>
                  <a:srgbClr val="FFFFFF"/>
                </a:solidFill>
                <a:latin typeface="Sriracha"/>
                <a:ea typeface="Sriracha"/>
                <a:cs typeface="Sriracha"/>
                <a:sym typeface="Sriracha"/>
              </a:rPr>
              <a:t> </a:t>
            </a:r>
            <a:r>
              <a:rPr lang="en-US" sz="1856" i="1" spc="-37">
                <a:solidFill>
                  <a:srgbClr val="5F99E0"/>
                </a:solidFill>
                <a:latin typeface="Sriracha"/>
                <a:ea typeface="Sriracha"/>
                <a:cs typeface="Sriracha"/>
                <a:sym typeface="Sriracha"/>
              </a:rPr>
              <a:t>Alatban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9753600"/>
          </a:xfrm>
          <a:custGeom>
            <a:avLst/>
            <a:gdLst/>
            <a:ahLst/>
            <a:cxnLst/>
            <a:rect l="l" t="t" r="r" b="b"/>
            <a:pathLst>
              <a:path w="14630400" h="97536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5676900" cy="1695450"/>
          </a:xfrm>
          <a:custGeom>
            <a:avLst/>
            <a:gdLst/>
            <a:ahLst/>
            <a:cxnLst/>
            <a:rect l="l" t="t" r="r" b="b"/>
            <a:pathLst>
              <a:path w="5676900" h="1695450">
                <a:moveTo>
                  <a:pt x="0" y="0"/>
                </a:moveTo>
                <a:lnTo>
                  <a:pt x="5676900" y="0"/>
                </a:lnTo>
                <a:lnTo>
                  <a:pt x="567690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420350" y="0"/>
            <a:ext cx="4210050" cy="1695450"/>
          </a:xfrm>
          <a:custGeom>
            <a:avLst/>
            <a:gdLst/>
            <a:ahLst/>
            <a:cxnLst/>
            <a:rect l="l" t="t" r="r" b="b"/>
            <a:pathLst>
              <a:path w="4210050" h="1695450">
                <a:moveTo>
                  <a:pt x="0" y="0"/>
                </a:moveTo>
                <a:lnTo>
                  <a:pt x="4210050" y="0"/>
                </a:lnTo>
                <a:lnTo>
                  <a:pt x="421005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752975" y="0"/>
            <a:ext cx="4210050" cy="2066925"/>
          </a:xfrm>
          <a:custGeom>
            <a:avLst/>
            <a:gdLst/>
            <a:ahLst/>
            <a:cxnLst/>
            <a:rect l="l" t="t" r="r" b="b"/>
            <a:pathLst>
              <a:path w="4210050" h="2066925">
                <a:moveTo>
                  <a:pt x="0" y="0"/>
                </a:moveTo>
                <a:lnTo>
                  <a:pt x="4210050" y="0"/>
                </a:lnTo>
                <a:lnTo>
                  <a:pt x="4210050" y="2066925"/>
                </a:lnTo>
                <a:lnTo>
                  <a:pt x="0" y="2066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029325" y="0"/>
            <a:ext cx="2200275" cy="1695450"/>
          </a:xfrm>
          <a:custGeom>
            <a:avLst/>
            <a:gdLst/>
            <a:ahLst/>
            <a:cxnLst/>
            <a:rect l="l" t="t" r="r" b="b"/>
            <a:pathLst>
              <a:path w="2200275" h="1695450">
                <a:moveTo>
                  <a:pt x="0" y="0"/>
                </a:moveTo>
                <a:lnTo>
                  <a:pt x="2200275" y="0"/>
                </a:lnTo>
                <a:lnTo>
                  <a:pt x="2200275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371475"/>
            <a:ext cx="7315200" cy="5257800"/>
          </a:xfrm>
          <a:custGeom>
            <a:avLst/>
            <a:gdLst/>
            <a:ahLst/>
            <a:cxnLst/>
            <a:rect l="l" t="t" r="r" b="b"/>
            <a:pathLst>
              <a:path w="7315200" h="5257800">
                <a:moveTo>
                  <a:pt x="0" y="0"/>
                </a:moveTo>
                <a:lnTo>
                  <a:pt x="7315200" y="0"/>
                </a:lnTo>
                <a:lnTo>
                  <a:pt x="7315200" y="5257800"/>
                </a:lnTo>
                <a:lnTo>
                  <a:pt x="0" y="5257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61950" y="1866900"/>
            <a:ext cx="2200275" cy="2828925"/>
          </a:xfrm>
          <a:custGeom>
            <a:avLst/>
            <a:gdLst/>
            <a:ahLst/>
            <a:cxnLst/>
            <a:rect l="l" t="t" r="r" b="b"/>
            <a:pathLst>
              <a:path w="2200275" h="2828925">
                <a:moveTo>
                  <a:pt x="0" y="0"/>
                </a:moveTo>
                <a:lnTo>
                  <a:pt x="2200275" y="0"/>
                </a:lnTo>
                <a:lnTo>
                  <a:pt x="2200275" y="2828925"/>
                </a:lnTo>
                <a:lnTo>
                  <a:pt x="0" y="28289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371725" y="1685925"/>
            <a:ext cx="2390775" cy="3762375"/>
          </a:xfrm>
          <a:custGeom>
            <a:avLst/>
            <a:gdLst/>
            <a:ahLst/>
            <a:cxnLst/>
            <a:rect l="l" t="t" r="r" b="b"/>
            <a:pathLst>
              <a:path w="2390775" h="3762375">
                <a:moveTo>
                  <a:pt x="0" y="0"/>
                </a:moveTo>
                <a:lnTo>
                  <a:pt x="2390775" y="0"/>
                </a:lnTo>
                <a:lnTo>
                  <a:pt x="2390775" y="3762375"/>
                </a:ln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572000" y="1685925"/>
            <a:ext cx="2381250" cy="3762375"/>
          </a:xfrm>
          <a:custGeom>
            <a:avLst/>
            <a:gdLst/>
            <a:ahLst/>
            <a:cxnLst/>
            <a:rect l="l" t="t" r="r" b="b"/>
            <a:pathLst>
              <a:path w="2381250" h="3762375">
                <a:moveTo>
                  <a:pt x="0" y="0"/>
                </a:moveTo>
                <a:lnTo>
                  <a:pt x="2381250" y="0"/>
                </a:lnTo>
                <a:lnTo>
                  <a:pt x="2381250" y="3762375"/>
                </a:ln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61950" y="4305300"/>
            <a:ext cx="552450" cy="952500"/>
          </a:xfrm>
          <a:custGeom>
            <a:avLst/>
            <a:gdLst/>
            <a:ahLst/>
            <a:cxnLst/>
            <a:rect l="l" t="t" r="r" b="b"/>
            <a:pathLst>
              <a:path w="552450" h="952500">
                <a:moveTo>
                  <a:pt x="0" y="0"/>
                </a:moveTo>
                <a:lnTo>
                  <a:pt x="552450" y="0"/>
                </a:lnTo>
                <a:lnTo>
                  <a:pt x="5524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14400" y="4495800"/>
            <a:ext cx="733425" cy="762000"/>
          </a:xfrm>
          <a:custGeom>
            <a:avLst/>
            <a:gdLst/>
            <a:ahLst/>
            <a:cxnLst/>
            <a:rect l="l" t="t" r="r" b="b"/>
            <a:pathLst>
              <a:path w="733425" h="762000">
                <a:moveTo>
                  <a:pt x="0" y="0"/>
                </a:moveTo>
                <a:lnTo>
                  <a:pt x="733425" y="0"/>
                </a:lnTo>
                <a:lnTo>
                  <a:pt x="7334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57325" y="4495800"/>
            <a:ext cx="742950" cy="762000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552700" y="4305300"/>
            <a:ext cx="742950" cy="952500"/>
          </a:xfrm>
          <a:custGeom>
            <a:avLst/>
            <a:gdLst/>
            <a:ahLst/>
            <a:cxnLst/>
            <a:rect l="l" t="t" r="r" b="b"/>
            <a:pathLst>
              <a:path w="742950" h="952500">
                <a:moveTo>
                  <a:pt x="0" y="0"/>
                </a:moveTo>
                <a:lnTo>
                  <a:pt x="742950" y="0"/>
                </a:lnTo>
                <a:lnTo>
                  <a:pt x="7429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3105150" y="4495800"/>
            <a:ext cx="742950" cy="762000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3657600" y="4495800"/>
            <a:ext cx="733425" cy="762000"/>
          </a:xfrm>
          <a:custGeom>
            <a:avLst/>
            <a:gdLst/>
            <a:ahLst/>
            <a:cxnLst/>
            <a:rect l="l" t="t" r="r" b="b"/>
            <a:pathLst>
              <a:path w="733425" h="762000">
                <a:moveTo>
                  <a:pt x="0" y="0"/>
                </a:moveTo>
                <a:lnTo>
                  <a:pt x="733425" y="0"/>
                </a:lnTo>
                <a:lnTo>
                  <a:pt x="7334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4572000" y="4305300"/>
            <a:ext cx="733425" cy="952500"/>
          </a:xfrm>
          <a:custGeom>
            <a:avLst/>
            <a:gdLst/>
            <a:ahLst/>
            <a:cxnLst/>
            <a:rect l="l" t="t" r="r" b="b"/>
            <a:pathLst>
              <a:path w="733425" h="952500">
                <a:moveTo>
                  <a:pt x="0" y="0"/>
                </a:moveTo>
                <a:lnTo>
                  <a:pt x="733425" y="0"/>
                </a:lnTo>
                <a:lnTo>
                  <a:pt x="7334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295900" y="4495800"/>
            <a:ext cx="561975" cy="762000"/>
          </a:xfrm>
          <a:custGeom>
            <a:avLst/>
            <a:gdLst/>
            <a:ahLst/>
            <a:cxnLst/>
            <a:rect l="l" t="t" r="r" b="b"/>
            <a:pathLst>
              <a:path w="561975" h="762000">
                <a:moveTo>
                  <a:pt x="0" y="0"/>
                </a:moveTo>
                <a:lnTo>
                  <a:pt x="561975" y="0"/>
                </a:lnTo>
                <a:lnTo>
                  <a:pt x="5619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5848350" y="4495800"/>
            <a:ext cx="742950" cy="762000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7315200" y="371475"/>
            <a:ext cx="7315200" cy="5448300"/>
          </a:xfrm>
          <a:custGeom>
            <a:avLst/>
            <a:gdLst/>
            <a:ahLst/>
            <a:cxnLst/>
            <a:rect l="l" t="t" r="r" b="b"/>
            <a:pathLst>
              <a:path w="7315200" h="5448300">
                <a:moveTo>
                  <a:pt x="0" y="0"/>
                </a:moveTo>
                <a:lnTo>
                  <a:pt x="7315200" y="0"/>
                </a:lnTo>
                <a:lnTo>
                  <a:pt x="73152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7496175" y="1866900"/>
            <a:ext cx="2562225" cy="3581400"/>
          </a:xfrm>
          <a:custGeom>
            <a:avLst/>
            <a:gdLst/>
            <a:ahLst/>
            <a:cxnLst/>
            <a:rect l="l" t="t" r="r" b="b"/>
            <a:pathLst>
              <a:path w="2562225" h="3581400">
                <a:moveTo>
                  <a:pt x="0" y="0"/>
                </a:moveTo>
                <a:lnTo>
                  <a:pt x="2562225" y="0"/>
                </a:lnTo>
                <a:lnTo>
                  <a:pt x="2562225" y="3581400"/>
                </a:lnTo>
                <a:lnTo>
                  <a:pt x="0" y="35814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9686925" y="1685925"/>
            <a:ext cx="2571750" cy="3762375"/>
          </a:xfrm>
          <a:custGeom>
            <a:avLst/>
            <a:gdLst/>
            <a:ahLst/>
            <a:cxnLst/>
            <a:rect l="l" t="t" r="r" b="b"/>
            <a:pathLst>
              <a:path w="2571750" h="3762375">
                <a:moveTo>
                  <a:pt x="0" y="0"/>
                </a:moveTo>
                <a:lnTo>
                  <a:pt x="2571750" y="0"/>
                </a:lnTo>
                <a:lnTo>
                  <a:pt x="2571750" y="3762375"/>
                </a:ln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4" name="Freeform 24"/>
          <p:cNvSpPr/>
          <p:nvPr/>
        </p:nvSpPr>
        <p:spPr>
          <a:xfrm>
            <a:off x="11887200" y="1685925"/>
            <a:ext cx="2381250" cy="3762375"/>
          </a:xfrm>
          <a:custGeom>
            <a:avLst/>
            <a:gdLst/>
            <a:ahLst/>
            <a:cxnLst/>
            <a:rect l="l" t="t" r="r" b="b"/>
            <a:pathLst>
              <a:path w="2381250" h="3762375">
                <a:moveTo>
                  <a:pt x="0" y="0"/>
                </a:moveTo>
                <a:lnTo>
                  <a:pt x="2381250" y="0"/>
                </a:lnTo>
                <a:lnTo>
                  <a:pt x="2381250" y="3762375"/>
                </a:lnTo>
                <a:lnTo>
                  <a:pt x="0" y="37623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496175" y="1495425"/>
            <a:ext cx="923925" cy="942975"/>
          </a:xfrm>
          <a:custGeom>
            <a:avLst/>
            <a:gdLst/>
            <a:ahLst/>
            <a:cxnLst/>
            <a:rect l="l" t="t" r="r" b="b"/>
            <a:pathLst>
              <a:path w="923925" h="942975">
                <a:moveTo>
                  <a:pt x="0" y="0"/>
                </a:moveTo>
                <a:lnTo>
                  <a:pt x="923925" y="0"/>
                </a:lnTo>
                <a:lnTo>
                  <a:pt x="9239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7858125" y="2057400"/>
            <a:ext cx="742950" cy="762000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7677150" y="4305300"/>
            <a:ext cx="742950" cy="952500"/>
          </a:xfrm>
          <a:custGeom>
            <a:avLst/>
            <a:gdLst/>
            <a:ahLst/>
            <a:cxnLst/>
            <a:rect l="l" t="t" r="r" b="b"/>
            <a:pathLst>
              <a:path w="742950" h="952500">
                <a:moveTo>
                  <a:pt x="0" y="0"/>
                </a:moveTo>
                <a:lnTo>
                  <a:pt x="742950" y="0"/>
                </a:lnTo>
                <a:lnTo>
                  <a:pt x="7429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8229600" y="4495800"/>
            <a:ext cx="733425" cy="762000"/>
          </a:xfrm>
          <a:custGeom>
            <a:avLst/>
            <a:gdLst/>
            <a:ahLst/>
            <a:cxnLst/>
            <a:rect l="l" t="t" r="r" b="b"/>
            <a:pathLst>
              <a:path w="733425" h="762000">
                <a:moveTo>
                  <a:pt x="0" y="0"/>
                </a:moveTo>
                <a:lnTo>
                  <a:pt x="733425" y="0"/>
                </a:lnTo>
                <a:lnTo>
                  <a:pt x="7334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8953500" y="4495800"/>
            <a:ext cx="561975" cy="762000"/>
          </a:xfrm>
          <a:custGeom>
            <a:avLst/>
            <a:gdLst/>
            <a:ahLst/>
            <a:cxnLst/>
            <a:rect l="l" t="t" r="r" b="b"/>
            <a:pathLst>
              <a:path w="561975" h="762000">
                <a:moveTo>
                  <a:pt x="0" y="0"/>
                </a:moveTo>
                <a:lnTo>
                  <a:pt x="561975" y="0"/>
                </a:lnTo>
                <a:lnTo>
                  <a:pt x="5619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9867900" y="4305300"/>
            <a:ext cx="742950" cy="952500"/>
          </a:xfrm>
          <a:custGeom>
            <a:avLst/>
            <a:gdLst/>
            <a:ahLst/>
            <a:cxnLst/>
            <a:rect l="l" t="t" r="r" b="b"/>
            <a:pathLst>
              <a:path w="742950" h="952500">
                <a:moveTo>
                  <a:pt x="0" y="0"/>
                </a:moveTo>
                <a:lnTo>
                  <a:pt x="742950" y="0"/>
                </a:lnTo>
                <a:lnTo>
                  <a:pt x="7429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0420350" y="4495800"/>
            <a:ext cx="742950" cy="762000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0972800" y="4495800"/>
            <a:ext cx="733425" cy="762000"/>
          </a:xfrm>
          <a:custGeom>
            <a:avLst/>
            <a:gdLst/>
            <a:ahLst/>
            <a:cxnLst/>
            <a:rect l="l" t="t" r="r" b="b"/>
            <a:pathLst>
              <a:path w="733425" h="762000">
                <a:moveTo>
                  <a:pt x="0" y="0"/>
                </a:moveTo>
                <a:lnTo>
                  <a:pt x="733425" y="0"/>
                </a:lnTo>
                <a:lnTo>
                  <a:pt x="7334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2068175" y="4305300"/>
            <a:ext cx="552450" cy="952500"/>
          </a:xfrm>
          <a:custGeom>
            <a:avLst/>
            <a:gdLst/>
            <a:ahLst/>
            <a:cxnLst/>
            <a:rect l="l" t="t" r="r" b="b"/>
            <a:pathLst>
              <a:path w="552450" h="952500">
                <a:moveTo>
                  <a:pt x="0" y="0"/>
                </a:moveTo>
                <a:lnTo>
                  <a:pt x="552450" y="0"/>
                </a:lnTo>
                <a:lnTo>
                  <a:pt x="5524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2611100" y="4495800"/>
            <a:ext cx="742950" cy="762000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3163550" y="4495800"/>
            <a:ext cx="742950" cy="762000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0" y="5619750"/>
            <a:ext cx="14449425" cy="1514475"/>
          </a:xfrm>
          <a:custGeom>
            <a:avLst/>
            <a:gdLst/>
            <a:ahLst/>
            <a:cxnLst/>
            <a:rect l="l" t="t" r="r" b="b"/>
            <a:pathLst>
              <a:path w="14449425" h="1514475">
                <a:moveTo>
                  <a:pt x="0" y="0"/>
                </a:moveTo>
                <a:lnTo>
                  <a:pt x="14449425" y="0"/>
                </a:lnTo>
                <a:lnTo>
                  <a:pt x="14449425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361950" y="5810250"/>
            <a:ext cx="2933700" cy="1133475"/>
          </a:xfrm>
          <a:custGeom>
            <a:avLst/>
            <a:gdLst/>
            <a:ahLst/>
            <a:cxnLst/>
            <a:rect l="l" t="t" r="r" b="b"/>
            <a:pathLst>
              <a:path w="2933700" h="1133475">
                <a:moveTo>
                  <a:pt x="0" y="0"/>
                </a:moveTo>
                <a:lnTo>
                  <a:pt x="2933700" y="0"/>
                </a:lnTo>
                <a:lnTo>
                  <a:pt x="293370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2924175" y="5810250"/>
            <a:ext cx="733425" cy="942975"/>
          </a:xfrm>
          <a:custGeom>
            <a:avLst/>
            <a:gdLst/>
            <a:ahLst/>
            <a:cxnLst/>
            <a:rect l="l" t="t" r="r" b="b"/>
            <a:pathLst>
              <a:path w="733425" h="942975">
                <a:moveTo>
                  <a:pt x="0" y="0"/>
                </a:moveTo>
                <a:lnTo>
                  <a:pt x="733425" y="0"/>
                </a:lnTo>
                <a:lnTo>
                  <a:pt x="7334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3657600" y="6181725"/>
            <a:ext cx="371475" cy="571500"/>
          </a:xfrm>
          <a:custGeom>
            <a:avLst/>
            <a:gdLst/>
            <a:ahLst/>
            <a:cxnLst/>
            <a:rect l="l" t="t" r="r" b="b"/>
            <a:pathLst>
              <a:path w="371475" h="571500">
                <a:moveTo>
                  <a:pt x="0" y="0"/>
                </a:moveTo>
                <a:lnTo>
                  <a:pt x="371475" y="0"/>
                </a:lnTo>
                <a:lnTo>
                  <a:pt x="3714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4019550" y="6181725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4933950" y="5810250"/>
            <a:ext cx="3486150" cy="1323975"/>
          </a:xfrm>
          <a:custGeom>
            <a:avLst/>
            <a:gdLst/>
            <a:ahLst/>
            <a:cxnLst/>
            <a:rect l="l" t="t" r="r" b="b"/>
            <a:pathLst>
              <a:path w="3486150" h="1323975">
                <a:moveTo>
                  <a:pt x="0" y="0"/>
                </a:moveTo>
                <a:lnTo>
                  <a:pt x="3486150" y="0"/>
                </a:lnTo>
                <a:lnTo>
                  <a:pt x="348615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8229600" y="5619750"/>
            <a:ext cx="6219825" cy="1514475"/>
          </a:xfrm>
          <a:custGeom>
            <a:avLst/>
            <a:gdLst/>
            <a:ahLst/>
            <a:cxnLst/>
            <a:rect l="l" t="t" r="r" b="b"/>
            <a:pathLst>
              <a:path w="6219825" h="1514475">
                <a:moveTo>
                  <a:pt x="0" y="0"/>
                </a:moveTo>
                <a:lnTo>
                  <a:pt x="6219825" y="0"/>
                </a:lnTo>
                <a:lnTo>
                  <a:pt x="6219825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0" y="7124700"/>
            <a:ext cx="4572000" cy="2257425"/>
          </a:xfrm>
          <a:custGeom>
            <a:avLst/>
            <a:gdLst/>
            <a:ahLst/>
            <a:cxnLst/>
            <a:rect l="l" t="t" r="r" b="b"/>
            <a:pathLst>
              <a:path w="4572000" h="2257425">
                <a:moveTo>
                  <a:pt x="0" y="0"/>
                </a:moveTo>
                <a:lnTo>
                  <a:pt x="4572000" y="0"/>
                </a:lnTo>
                <a:lnTo>
                  <a:pt x="4572000" y="2257425"/>
                </a:lnTo>
                <a:lnTo>
                  <a:pt x="0" y="2257425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361950" y="7124700"/>
            <a:ext cx="742950" cy="762000"/>
          </a:xfrm>
          <a:custGeom>
            <a:avLst/>
            <a:gdLst/>
            <a:ahLst/>
            <a:cxnLst/>
            <a:rect l="l" t="t" r="r" b="b"/>
            <a:pathLst>
              <a:path w="742950" h="762000">
                <a:moveTo>
                  <a:pt x="0" y="0"/>
                </a:moveTo>
                <a:lnTo>
                  <a:pt x="742950" y="0"/>
                </a:lnTo>
                <a:lnTo>
                  <a:pt x="742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361950" y="7124700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0" y="0"/>
                </a:moveTo>
                <a:lnTo>
                  <a:pt x="552450" y="0"/>
                </a:lnTo>
                <a:lnTo>
                  <a:pt x="5524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361950" y="7686675"/>
            <a:ext cx="1285875" cy="1323975"/>
          </a:xfrm>
          <a:custGeom>
            <a:avLst/>
            <a:gdLst/>
            <a:ahLst/>
            <a:cxnLst/>
            <a:rect l="l" t="t" r="r" b="b"/>
            <a:pathLst>
              <a:path w="1285875" h="1323975">
                <a:moveTo>
                  <a:pt x="0" y="0"/>
                </a:moveTo>
                <a:lnTo>
                  <a:pt x="1285875" y="0"/>
                </a:lnTo>
                <a:lnTo>
                  <a:pt x="1285875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1638300" y="7496175"/>
            <a:ext cx="1476375" cy="1514475"/>
          </a:xfrm>
          <a:custGeom>
            <a:avLst/>
            <a:gdLst/>
            <a:ahLst/>
            <a:cxnLst/>
            <a:rect l="l" t="t" r="r" b="b"/>
            <a:pathLst>
              <a:path w="1476375" h="1514475">
                <a:moveTo>
                  <a:pt x="0" y="0"/>
                </a:moveTo>
                <a:lnTo>
                  <a:pt x="1476375" y="0"/>
                </a:lnTo>
                <a:lnTo>
                  <a:pt x="1476375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2552700" y="7877175"/>
            <a:ext cx="742950" cy="752475"/>
          </a:xfrm>
          <a:custGeom>
            <a:avLst/>
            <a:gdLst/>
            <a:ahLst/>
            <a:cxnLst/>
            <a:rect l="l" t="t" r="r" b="b"/>
            <a:pathLst>
              <a:path w="742950" h="752475">
                <a:moveTo>
                  <a:pt x="0" y="0"/>
                </a:moveTo>
                <a:lnTo>
                  <a:pt x="742950" y="0"/>
                </a:lnTo>
                <a:lnTo>
                  <a:pt x="74295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2743200" y="7315200"/>
            <a:ext cx="1828800" cy="1876425"/>
          </a:xfrm>
          <a:custGeom>
            <a:avLst/>
            <a:gdLst/>
            <a:ahLst/>
            <a:cxnLst/>
            <a:rect l="l" t="t" r="r" b="b"/>
            <a:pathLst>
              <a:path w="1828800" h="1876425">
                <a:moveTo>
                  <a:pt x="0" y="0"/>
                </a:moveTo>
                <a:lnTo>
                  <a:pt x="1828800" y="0"/>
                </a:lnTo>
                <a:lnTo>
                  <a:pt x="18288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4572000" y="7124700"/>
            <a:ext cx="4572000" cy="2257425"/>
          </a:xfrm>
          <a:custGeom>
            <a:avLst/>
            <a:gdLst/>
            <a:ahLst/>
            <a:cxnLst/>
            <a:rect l="l" t="t" r="r" b="b"/>
            <a:pathLst>
              <a:path w="4572000" h="2257425">
                <a:moveTo>
                  <a:pt x="0" y="0"/>
                </a:moveTo>
                <a:lnTo>
                  <a:pt x="4572000" y="0"/>
                </a:lnTo>
                <a:lnTo>
                  <a:pt x="4572000" y="2257425"/>
                </a:lnTo>
                <a:lnTo>
                  <a:pt x="0" y="225742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4933950" y="7877175"/>
            <a:ext cx="923925" cy="1133475"/>
          </a:xfrm>
          <a:custGeom>
            <a:avLst/>
            <a:gdLst/>
            <a:ahLst/>
            <a:cxnLst/>
            <a:rect l="l" t="t" r="r" b="b"/>
            <a:pathLst>
              <a:path w="923925" h="1133475">
                <a:moveTo>
                  <a:pt x="0" y="0"/>
                </a:moveTo>
                <a:lnTo>
                  <a:pt x="923925" y="0"/>
                </a:lnTo>
                <a:lnTo>
                  <a:pt x="9239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Freeform 53"/>
          <p:cNvSpPr/>
          <p:nvPr/>
        </p:nvSpPr>
        <p:spPr>
          <a:xfrm>
            <a:off x="6029325" y="7877175"/>
            <a:ext cx="1104900" cy="1133475"/>
          </a:xfrm>
          <a:custGeom>
            <a:avLst/>
            <a:gdLst/>
            <a:ahLst/>
            <a:cxnLst/>
            <a:rect l="l" t="t" r="r" b="b"/>
            <a:pathLst>
              <a:path w="1104900" h="1133475">
                <a:moveTo>
                  <a:pt x="0" y="0"/>
                </a:moveTo>
                <a:lnTo>
                  <a:pt x="1104900" y="0"/>
                </a:lnTo>
                <a:lnTo>
                  <a:pt x="110490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7124700" y="8058150"/>
            <a:ext cx="381000" cy="571500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0" y="0"/>
                </a:moveTo>
                <a:lnTo>
                  <a:pt x="381000" y="0"/>
                </a:lnTo>
                <a:lnTo>
                  <a:pt x="38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7496175" y="7877175"/>
            <a:ext cx="1104900" cy="1133475"/>
          </a:xfrm>
          <a:custGeom>
            <a:avLst/>
            <a:gdLst/>
            <a:ahLst/>
            <a:cxnLst/>
            <a:rect l="l" t="t" r="r" b="b"/>
            <a:pathLst>
              <a:path w="1104900" h="1133475">
                <a:moveTo>
                  <a:pt x="0" y="0"/>
                </a:moveTo>
                <a:lnTo>
                  <a:pt x="1104900" y="0"/>
                </a:lnTo>
                <a:lnTo>
                  <a:pt x="110490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8229600" y="8248650"/>
            <a:ext cx="733425" cy="762000"/>
          </a:xfrm>
          <a:custGeom>
            <a:avLst/>
            <a:gdLst/>
            <a:ahLst/>
            <a:cxnLst/>
            <a:rect l="l" t="t" r="r" b="b"/>
            <a:pathLst>
              <a:path w="733425" h="762000">
                <a:moveTo>
                  <a:pt x="0" y="0"/>
                </a:moveTo>
                <a:lnTo>
                  <a:pt x="733425" y="0"/>
                </a:lnTo>
                <a:lnTo>
                  <a:pt x="7334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9144000" y="7124700"/>
            <a:ext cx="3848100" cy="2257425"/>
          </a:xfrm>
          <a:custGeom>
            <a:avLst/>
            <a:gdLst/>
            <a:ahLst/>
            <a:cxnLst/>
            <a:rect l="l" t="t" r="r" b="b"/>
            <a:pathLst>
              <a:path w="3848100" h="2257425">
                <a:moveTo>
                  <a:pt x="0" y="0"/>
                </a:moveTo>
                <a:lnTo>
                  <a:pt x="3848100" y="0"/>
                </a:lnTo>
                <a:lnTo>
                  <a:pt x="3848100" y="2257425"/>
                </a:lnTo>
                <a:lnTo>
                  <a:pt x="0" y="2257425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9324975" y="7124700"/>
            <a:ext cx="552450" cy="762000"/>
          </a:xfrm>
          <a:custGeom>
            <a:avLst/>
            <a:gdLst/>
            <a:ahLst/>
            <a:cxnLst/>
            <a:rect l="l" t="t" r="r" b="b"/>
            <a:pathLst>
              <a:path w="552450" h="762000">
                <a:moveTo>
                  <a:pt x="0" y="0"/>
                </a:moveTo>
                <a:lnTo>
                  <a:pt x="552450" y="0"/>
                </a:lnTo>
                <a:lnTo>
                  <a:pt x="5524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9324975" y="7686675"/>
            <a:ext cx="1466850" cy="1323975"/>
          </a:xfrm>
          <a:custGeom>
            <a:avLst/>
            <a:gdLst/>
            <a:ahLst/>
            <a:cxnLst/>
            <a:rect l="l" t="t" r="r" b="b"/>
            <a:pathLst>
              <a:path w="1466850" h="1323975">
                <a:moveTo>
                  <a:pt x="0" y="0"/>
                </a:moveTo>
                <a:lnTo>
                  <a:pt x="1466850" y="0"/>
                </a:lnTo>
                <a:lnTo>
                  <a:pt x="146685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10601325" y="7315200"/>
            <a:ext cx="2200275" cy="1876425"/>
          </a:xfrm>
          <a:custGeom>
            <a:avLst/>
            <a:gdLst/>
            <a:ahLst/>
            <a:cxnLst/>
            <a:rect l="l" t="t" r="r" b="b"/>
            <a:pathLst>
              <a:path w="2200275" h="1876425">
                <a:moveTo>
                  <a:pt x="0" y="0"/>
                </a:moveTo>
                <a:lnTo>
                  <a:pt x="2200275" y="0"/>
                </a:lnTo>
                <a:lnTo>
                  <a:pt x="2200275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12430125" y="7124700"/>
            <a:ext cx="2200275" cy="2628900"/>
          </a:xfrm>
          <a:custGeom>
            <a:avLst/>
            <a:gdLst/>
            <a:ahLst/>
            <a:cxnLst/>
            <a:rect l="l" t="t" r="r" b="b"/>
            <a:pathLst>
              <a:path w="2200275" h="2628900">
                <a:moveTo>
                  <a:pt x="0" y="0"/>
                </a:moveTo>
                <a:lnTo>
                  <a:pt x="2200275" y="0"/>
                </a:lnTo>
                <a:lnTo>
                  <a:pt x="2200275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12982575" y="7315200"/>
            <a:ext cx="1647825" cy="2438400"/>
          </a:xfrm>
          <a:custGeom>
            <a:avLst/>
            <a:gdLst/>
            <a:ahLst/>
            <a:cxnLst/>
            <a:rect l="l" t="t" r="r" b="b"/>
            <a:pathLst>
              <a:path w="1647825" h="2438400">
                <a:moveTo>
                  <a:pt x="0" y="0"/>
                </a:moveTo>
                <a:lnTo>
                  <a:pt x="1647825" y="0"/>
                </a:lnTo>
                <a:lnTo>
                  <a:pt x="1647825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1621268" y="8096148"/>
            <a:ext cx="202642" cy="43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+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62584" y="8096148"/>
            <a:ext cx="202642" cy="43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2642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168</Words>
  <Application>Microsoft Office PowerPoint</Application>
  <PresentationFormat>Custom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Cloud Italics</vt:lpstr>
      <vt:lpstr>Cloud Semi-Bold Italics</vt:lpstr>
      <vt:lpstr>Calibri</vt:lpstr>
      <vt:lpstr>Cloud Semi-Bold</vt:lpstr>
      <vt:lpstr>Arial</vt:lpstr>
      <vt:lpstr>Cloud Bold</vt:lpstr>
      <vt:lpstr>Cloud</vt:lpstr>
      <vt:lpstr>Sriracha</vt:lpstr>
      <vt:lpstr>Montserrat Semi-Bold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Wasawat Krissirisawad</cp:lastModifiedBy>
  <cp:revision>1</cp:revision>
  <dcterms:created xsi:type="dcterms:W3CDTF">2006-08-16T00:00:00Z</dcterms:created>
  <dcterms:modified xsi:type="dcterms:W3CDTF">2026-10-13T09:52:57Z</dcterms:modified>
  <dc:identifier>DAHX4XSN3wI</dc:identifier>
</cp:coreProperties>
</file>