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</p:sldIdLst>
  <p:sldSz cx="9753600" cy="14630400"/>
  <p:notesSz cx="6858000" cy="9144000"/>
  <p:embeddedFontLst>
    <p:embeddedFont>
      <p:font typeface="Adirek Sans Semi-Bold" panose="020B0604020202020204" charset="-34"/>
      <p:regular r:id="rId4"/>
    </p:embeddedFont>
    <p:embeddedFont>
      <p:font typeface="Adirek Sans Semi-Bold Italics" panose="020B0604020202020204" charset="-34"/>
      <p:regular r:id="rId5"/>
    </p:embeddedFont>
    <p:embeddedFont>
      <p:font typeface="Anantason Condensed" panose="020B0604020202020204" charset="-34"/>
      <p:regular r:id="rId6"/>
    </p:embeddedFont>
    <p:embeddedFont>
      <p:font typeface="Anantason Condensed Bold" panose="020B0604020202020204" charset="-34"/>
      <p:regular r:id="rId7"/>
    </p:embeddedFont>
    <p:embeddedFont>
      <p:font typeface="Anantason ExtraCondensed Bold" panose="020B0604020202020204" charset="-34"/>
      <p:regular r:id="rId8"/>
    </p:embeddedFont>
    <p:embeddedFont>
      <p:font typeface="Prompt Medium" panose="00000600000000000000" pitchFamily="2" charset="-34"/>
      <p:regular r:id="rId9"/>
      <p:italic r:id="rId10"/>
    </p:embeddedFont>
    <p:embeddedFont>
      <p:font typeface="Prompt Semi-Bold" panose="020B0604020202020204" charset="-34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AEC"/>
    <a:srgbClr val="7E47B9"/>
    <a:srgbClr val="814CA8"/>
    <a:srgbClr val="02070E"/>
    <a:srgbClr val="DEDE5E"/>
    <a:srgbClr val="74C773"/>
    <a:srgbClr val="70C371"/>
    <a:srgbClr val="9A3330"/>
    <a:srgbClr val="DEBBBB"/>
    <a:srgbClr val="F8E2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22B73C-12AC-4F47-B6D0-4209A911F6D8}" v="70" dt="2026-10-13T08:36:39.2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2218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sawat Krissirisawad" userId="8a225a4cd7e80232" providerId="LiveId" clId="{9E3EF393-46F4-4F50-9332-96D740610625}"/>
    <pc:docChg chg="undo redo custSel addSld delSld modSld">
      <pc:chgData name="Wasawat Krissirisawad" userId="8a225a4cd7e80232" providerId="LiveId" clId="{9E3EF393-46F4-4F50-9332-96D740610625}" dt="2026-10-13T08:37:40.649" v="2658" actId="12788"/>
      <pc:docMkLst>
        <pc:docMk/>
      </pc:docMkLst>
      <pc:sldChg chg="addSp delSp modSp mod">
        <pc:chgData name="Wasawat Krissirisawad" userId="8a225a4cd7e80232" providerId="LiveId" clId="{9E3EF393-46F4-4F50-9332-96D740610625}" dt="2026-10-13T07:05:36.646" v="1306" actId="1076"/>
        <pc:sldMkLst>
          <pc:docMk/>
          <pc:sldMk cId="0" sldId="256"/>
        </pc:sldMkLst>
        <pc:spChg chg="mod">
          <ac:chgData name="Wasawat Krissirisawad" userId="8a225a4cd7e80232" providerId="LiveId" clId="{9E3EF393-46F4-4F50-9332-96D740610625}" dt="2026-10-13T07:05:35.941" v="1305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7:21.540" v="158" actId="103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05:36.646" v="1306" actId="1076"/>
          <ac:spMkLst>
            <pc:docMk/>
            <pc:sldMk cId="0" sldId="256"/>
            <ac:spMk id="21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8:14.344" v="172" actId="20577"/>
          <ac:spMkLst>
            <pc:docMk/>
            <pc:sldMk cId="0" sldId="256"/>
            <ac:spMk id="53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9:49.818" v="182" actId="948"/>
          <ac:spMkLst>
            <pc:docMk/>
            <pc:sldMk cId="0" sldId="256"/>
            <ac:spMk id="54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9:17.507" v="176" actId="20577"/>
          <ac:spMkLst>
            <pc:docMk/>
            <pc:sldMk cId="0" sldId="256"/>
            <ac:spMk id="55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9:28.681" v="178" actId="948"/>
          <ac:spMkLst>
            <pc:docMk/>
            <pc:sldMk cId="0" sldId="256"/>
            <ac:spMk id="61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25:31.570" v="187" actId="20577"/>
          <ac:spMkLst>
            <pc:docMk/>
            <pc:sldMk cId="0" sldId="256"/>
            <ac:spMk id="62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21:45.422" v="186" actId="115"/>
          <ac:spMkLst>
            <pc:docMk/>
            <pc:sldMk cId="0" sldId="256"/>
            <ac:spMk id="63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20:00.300" v="183" actId="1036"/>
          <ac:spMkLst>
            <pc:docMk/>
            <pc:sldMk cId="0" sldId="256"/>
            <ac:spMk id="64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1T16:11:24.122" v="4" actId="165"/>
          <ac:spMkLst>
            <pc:docMk/>
            <pc:sldMk cId="0" sldId="256"/>
            <ac:spMk id="75" creationId="{B82D7AC2-799B-EF75-172B-6FB5E49B8666}"/>
          </ac:spMkLst>
        </pc:spChg>
        <pc:spChg chg="mod">
          <ac:chgData name="Wasawat Krissirisawad" userId="8a225a4cd7e80232" providerId="LiveId" clId="{9E3EF393-46F4-4F50-9332-96D740610625}" dt="2026-10-11T16:11:24.122" v="4" actId="165"/>
          <ac:spMkLst>
            <pc:docMk/>
            <pc:sldMk cId="0" sldId="256"/>
            <ac:spMk id="76" creationId="{BE4CE56E-1AF5-811F-C67B-9877701EEFD1}"/>
          </ac:spMkLst>
        </pc:spChg>
        <pc:spChg chg="mod">
          <ac:chgData name="Wasawat Krissirisawad" userId="8a225a4cd7e80232" providerId="LiveId" clId="{9E3EF393-46F4-4F50-9332-96D740610625}" dt="2026-10-11T16:11:24.122" v="4" actId="165"/>
          <ac:spMkLst>
            <pc:docMk/>
            <pc:sldMk cId="0" sldId="256"/>
            <ac:spMk id="77" creationId="{EB96AF9C-4C40-FC7A-6ABA-23290E29328E}"/>
          </ac:spMkLst>
        </pc:spChg>
        <pc:grpChg chg="mod topLvl">
          <ac:chgData name="Wasawat Krissirisawad" userId="8a225a4cd7e80232" providerId="LiveId" clId="{9E3EF393-46F4-4F50-9332-96D740610625}" dt="2026-10-11T16:17:11.624" v="153" actId="1076"/>
          <ac:grpSpMkLst>
            <pc:docMk/>
            <pc:sldMk cId="0" sldId="256"/>
            <ac:grpSpMk id="74" creationId="{723547A9-AAB4-3C4A-40D6-76EF34C482D0}"/>
          </ac:grpSpMkLst>
        </pc:grpChg>
        <pc:picChg chg="mod topLvl">
          <ac:chgData name="Wasawat Krissirisawad" userId="8a225a4cd7e80232" providerId="LiveId" clId="{9E3EF393-46F4-4F50-9332-96D740610625}" dt="2026-10-11T16:17:14.727" v="154" actId="1035"/>
          <ac:picMkLst>
            <pc:docMk/>
            <pc:sldMk cId="0" sldId="256"/>
            <ac:picMk id="73" creationId="{E2211233-5BF7-331A-394A-7989B73639C8}"/>
          </ac:picMkLst>
        </pc:picChg>
      </pc:sldChg>
      <pc:sldChg chg="modSp add del mod">
        <pc:chgData name="Wasawat Krissirisawad" userId="8a225a4cd7e80232" providerId="LiveId" clId="{9E3EF393-46F4-4F50-9332-96D740610625}" dt="2026-10-13T06:19:20.486" v="282"/>
        <pc:sldMkLst>
          <pc:docMk/>
          <pc:sldMk cId="0" sldId="257"/>
        </pc:sldMkLst>
        <pc:spChg chg="mod">
          <ac:chgData name="Wasawat Krissirisawad" userId="8a225a4cd7e80232" providerId="LiveId" clId="{9E3EF393-46F4-4F50-9332-96D740610625}" dt="2026-10-13T06:19:20.157" v="281" actId="1076"/>
          <ac:spMkLst>
            <pc:docMk/>
            <pc:sldMk cId="0" sldId="257"/>
            <ac:spMk id="14" creationId="{00000000-0000-0000-0000-000000000000}"/>
          </ac:spMkLst>
        </pc:spChg>
      </pc:sldChg>
      <pc:sldChg chg="new del">
        <pc:chgData name="Wasawat Krissirisawad" userId="8a225a4cd7e80232" providerId="LiveId" clId="{9E3EF393-46F4-4F50-9332-96D740610625}" dt="2026-10-13T06:11:50.314" v="190" actId="47"/>
        <pc:sldMkLst>
          <pc:docMk/>
          <pc:sldMk cId="1968362915" sldId="257"/>
        </pc:sldMkLst>
      </pc:sldChg>
      <pc:sldChg chg="addSp delSp modSp add del mod">
        <pc:chgData name="Wasawat Krissirisawad" userId="8a225a4cd7e80232" providerId="LiveId" clId="{9E3EF393-46F4-4F50-9332-96D740610625}" dt="2026-10-13T08:37:40.649" v="2658" actId="12788"/>
        <pc:sldMkLst>
          <pc:docMk/>
          <pc:sldMk cId="0" sldId="258"/>
        </pc:sldMkLst>
        <pc:spChg chg="mod">
          <ac:chgData name="Wasawat Krissirisawad" userId="8a225a4cd7e80232" providerId="LiveId" clId="{9E3EF393-46F4-4F50-9332-96D740610625}" dt="2026-10-13T07:25:23.810" v="1695" actId="1076"/>
          <ac:spMkLst>
            <pc:docMk/>
            <pc:sldMk cId="0" sldId="258"/>
            <ac:spMk id="2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24.942" v="191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43.331" v="196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21:21.332" v="297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24.942" v="191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21:22.398" v="299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43.919" v="197" actId="478"/>
          <ac:spMkLst>
            <pc:docMk/>
            <pc:sldMk cId="0" sldId="258"/>
            <ac:spMk id="8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12:34.276" v="1477"/>
          <ac:spMkLst>
            <pc:docMk/>
            <pc:sldMk cId="0" sldId="258"/>
            <ac:spMk id="9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23:51.121" v="357" actId="25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12:41.316" v="1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0.907" v="233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19.163" v="232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45.460" v="198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45.833" v="199" actId="478"/>
          <ac:spMkLst>
            <pc:docMk/>
            <pc:sldMk cId="0" sldId="258"/>
            <ac:spMk id="15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34:05.123" v="1827" actId="14100"/>
          <ac:spMkLst>
            <pc:docMk/>
            <pc:sldMk cId="0" sldId="258"/>
            <ac:spMk id="16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24:07.357" v="360" actId="2057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13:06.009" v="206" actId="1037"/>
          <ac:spMkLst>
            <pc:docMk/>
            <pc:sldMk cId="0" sldId="258"/>
            <ac:spMk id="18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2.966" v="234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4.626" v="235" actId="478"/>
          <ac:spMkLst>
            <pc:docMk/>
            <pc:sldMk cId="0" sldId="258"/>
            <ac:spMk id="20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5.643" v="236" actId="478"/>
          <ac:spMkLst>
            <pc:docMk/>
            <pc:sldMk cId="0" sldId="258"/>
            <ac:spMk id="21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24:08.370" v="361" actId="20577"/>
          <ac:spMkLst>
            <pc:docMk/>
            <pc:sldMk cId="0" sldId="258"/>
            <ac:spMk id="23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8.087" v="237" actId="478"/>
          <ac:spMkLst>
            <pc:docMk/>
            <pc:sldMk cId="0" sldId="258"/>
            <ac:spMk id="25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29.404" v="238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0.131" v="239" actId="478"/>
          <ac:spMkLst>
            <pc:docMk/>
            <pc:sldMk cId="0" sldId="258"/>
            <ac:spMk id="27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0.720" v="240" actId="478"/>
          <ac:spMkLst>
            <pc:docMk/>
            <pc:sldMk cId="0" sldId="258"/>
            <ac:spMk id="28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4.055" v="242" actId="478"/>
          <ac:spMkLst>
            <pc:docMk/>
            <pc:sldMk cId="0" sldId="258"/>
            <ac:spMk id="29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4.055" v="242" actId="478"/>
          <ac:spMkLst>
            <pc:docMk/>
            <pc:sldMk cId="0" sldId="258"/>
            <ac:spMk id="30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12:07.225" v="1474"/>
          <ac:spMkLst>
            <pc:docMk/>
            <pc:sldMk cId="0" sldId="258"/>
            <ac:spMk id="31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24:09.358" v="362" actId="20577"/>
          <ac:spMkLst>
            <pc:docMk/>
            <pc:sldMk cId="0" sldId="258"/>
            <ac:spMk id="32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7:12:12.798" v="1475"/>
          <ac:spMkLst>
            <pc:docMk/>
            <pc:sldMk cId="0" sldId="258"/>
            <ac:spMk id="33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8.257" v="243" actId="478"/>
          <ac:spMkLst>
            <pc:docMk/>
            <pc:sldMk cId="0" sldId="258"/>
            <ac:spMk id="34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8.257" v="243" actId="478"/>
          <ac:spMkLst>
            <pc:docMk/>
            <pc:sldMk cId="0" sldId="258"/>
            <ac:spMk id="35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8.257" v="243" actId="478"/>
          <ac:spMkLst>
            <pc:docMk/>
            <pc:sldMk cId="0" sldId="258"/>
            <ac:spMk id="36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8.257" v="243" actId="478"/>
          <ac:spMkLst>
            <pc:docMk/>
            <pc:sldMk cId="0" sldId="258"/>
            <ac:spMk id="37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8.257" v="243" actId="478"/>
          <ac:spMkLst>
            <pc:docMk/>
            <pc:sldMk cId="0" sldId="258"/>
            <ac:spMk id="38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8:23:05.704" v="2529" actId="14100"/>
          <ac:spMkLst>
            <pc:docMk/>
            <pc:sldMk cId="0" sldId="258"/>
            <ac:spMk id="39" creationId="{00000000-0000-0000-0000-000000000000}"/>
          </ac:spMkLst>
        </pc:spChg>
        <pc:spChg chg="mod">
          <ac:chgData name="Wasawat Krissirisawad" userId="8a225a4cd7e80232" providerId="LiveId" clId="{9E3EF393-46F4-4F50-9332-96D740610625}" dt="2026-10-13T06:26:29.353" v="388" actId="20577"/>
          <ac:spMkLst>
            <pc:docMk/>
            <pc:sldMk cId="0" sldId="258"/>
            <ac:spMk id="40" creationId="{00000000-0000-0000-0000-000000000000}"/>
          </ac:spMkLst>
        </pc:spChg>
        <pc:spChg chg="del mod">
          <ac:chgData name="Wasawat Krissirisawad" userId="8a225a4cd7e80232" providerId="LiveId" clId="{9E3EF393-46F4-4F50-9332-96D740610625}" dt="2026-10-13T07:06:02.684" v="1312" actId="478"/>
          <ac:spMkLst>
            <pc:docMk/>
            <pc:sldMk cId="0" sldId="258"/>
            <ac:spMk id="41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40.881" v="244" actId="478"/>
          <ac:spMkLst>
            <pc:docMk/>
            <pc:sldMk cId="0" sldId="258"/>
            <ac:spMk id="42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40.881" v="244" actId="478"/>
          <ac:spMkLst>
            <pc:docMk/>
            <pc:sldMk cId="0" sldId="258"/>
            <ac:spMk id="43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40.881" v="244" actId="478"/>
          <ac:spMkLst>
            <pc:docMk/>
            <pc:sldMk cId="0" sldId="258"/>
            <ac:spMk id="44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40.881" v="244" actId="478"/>
          <ac:spMkLst>
            <pc:docMk/>
            <pc:sldMk cId="0" sldId="258"/>
            <ac:spMk id="45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40.881" v="244" actId="478"/>
          <ac:spMkLst>
            <pc:docMk/>
            <pc:sldMk cId="0" sldId="258"/>
            <ac:spMk id="46" creationId="{00000000-0000-0000-0000-000000000000}"/>
          </ac:spMkLst>
        </pc:spChg>
        <pc:spChg chg="del mod">
          <ac:chgData name="Wasawat Krissirisawad" userId="8a225a4cd7e80232" providerId="LiveId" clId="{9E3EF393-46F4-4F50-9332-96D740610625}" dt="2026-10-13T06:14:47.534" v="247" actId="478"/>
          <ac:spMkLst>
            <pc:docMk/>
            <pc:sldMk cId="0" sldId="258"/>
            <ac:spMk id="47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2:24.942" v="191" actId="478"/>
          <ac:spMkLst>
            <pc:docMk/>
            <pc:sldMk cId="0" sldId="258"/>
            <ac:spMk id="48" creationId="{00000000-0000-0000-0000-000000000000}"/>
          </ac:spMkLst>
        </pc:spChg>
        <pc:spChg chg="del mod">
          <ac:chgData name="Wasawat Krissirisawad" userId="8a225a4cd7e80232" providerId="LiveId" clId="{9E3EF393-46F4-4F50-9332-96D740610625}" dt="2026-10-13T06:14:34.055" v="242" actId="478"/>
          <ac:spMkLst>
            <pc:docMk/>
            <pc:sldMk cId="0" sldId="258"/>
            <ac:spMk id="49" creationId="{00000000-0000-0000-0000-000000000000}"/>
          </ac:spMkLst>
        </pc:spChg>
        <pc:spChg chg="del">
          <ac:chgData name="Wasawat Krissirisawad" userId="8a225a4cd7e80232" providerId="LiveId" clId="{9E3EF393-46F4-4F50-9332-96D740610625}" dt="2026-10-13T06:14:34.055" v="242" actId="478"/>
          <ac:spMkLst>
            <pc:docMk/>
            <pc:sldMk cId="0" sldId="258"/>
            <ac:spMk id="50" creationId="{00000000-0000-0000-0000-000000000000}"/>
          </ac:spMkLst>
        </pc:spChg>
        <pc:spChg chg="add mod">
          <ac:chgData name="Wasawat Krissirisawad" userId="8a225a4cd7e80232" providerId="LiveId" clId="{9E3EF393-46F4-4F50-9332-96D740610625}" dt="2026-10-13T08:37:40.649" v="2658" actId="12788"/>
          <ac:spMkLst>
            <pc:docMk/>
            <pc:sldMk cId="0" sldId="258"/>
            <ac:spMk id="52" creationId="{23DB4D1D-2948-2F39-218D-2FEF1E9DBB4F}"/>
          </ac:spMkLst>
        </pc:spChg>
        <pc:spChg chg="add mod">
          <ac:chgData name="Wasawat Krissirisawad" userId="8a225a4cd7e80232" providerId="LiveId" clId="{9E3EF393-46F4-4F50-9332-96D740610625}" dt="2026-10-13T08:37:40.649" v="2658" actId="12788"/>
          <ac:spMkLst>
            <pc:docMk/>
            <pc:sldMk cId="0" sldId="258"/>
            <ac:spMk id="54" creationId="{5B7FB392-4CD4-6029-B53C-ADE4EF075D15}"/>
          </ac:spMkLst>
        </pc:spChg>
        <pc:spChg chg="add mod ord">
          <ac:chgData name="Wasawat Krissirisawad" userId="8a225a4cd7e80232" providerId="LiveId" clId="{9E3EF393-46F4-4F50-9332-96D740610625}" dt="2026-10-13T08:37:30.453" v="2657" actId="12788"/>
          <ac:spMkLst>
            <pc:docMk/>
            <pc:sldMk cId="0" sldId="258"/>
            <ac:spMk id="56" creationId="{6B63A73F-EB1B-6A42-B9BE-40D2595F0D09}"/>
          </ac:spMkLst>
        </pc:spChg>
        <pc:spChg chg="add del mod">
          <ac:chgData name="Wasawat Krissirisawad" userId="8a225a4cd7e80232" providerId="LiveId" clId="{9E3EF393-46F4-4F50-9332-96D740610625}" dt="2026-10-13T06:56:27.913" v="1081" actId="478"/>
          <ac:spMkLst>
            <pc:docMk/>
            <pc:sldMk cId="0" sldId="258"/>
            <ac:spMk id="57" creationId="{34C742F4-8651-7967-8374-64FB2B4B0568}"/>
          </ac:spMkLst>
        </pc:spChg>
        <pc:spChg chg="add mod">
          <ac:chgData name="Wasawat Krissirisawad" userId="8a225a4cd7e80232" providerId="LiveId" clId="{9E3EF393-46F4-4F50-9332-96D740610625}" dt="2026-10-13T06:16:13.891" v="275" actId="14100"/>
          <ac:spMkLst>
            <pc:docMk/>
            <pc:sldMk cId="0" sldId="258"/>
            <ac:spMk id="59" creationId="{438009EE-75FA-89FB-7AAD-44A0DD65FC63}"/>
          </ac:spMkLst>
        </pc:spChg>
        <pc:spChg chg="add mod">
          <ac:chgData name="Wasawat Krissirisawad" userId="8a225a4cd7e80232" providerId="LiveId" clId="{9E3EF393-46F4-4F50-9332-96D740610625}" dt="2026-10-13T07:12:50.513" v="1479" actId="207"/>
          <ac:spMkLst>
            <pc:docMk/>
            <pc:sldMk cId="0" sldId="258"/>
            <ac:spMk id="87" creationId="{B506EE94-AD43-823E-C1BA-2C5949DD8F34}"/>
          </ac:spMkLst>
        </pc:spChg>
        <pc:spChg chg="add mod">
          <ac:chgData name="Wasawat Krissirisawad" userId="8a225a4cd7e80232" providerId="LiveId" clId="{9E3EF393-46F4-4F50-9332-96D740610625}" dt="2026-10-13T06:34:30.965" v="500" actId="113"/>
          <ac:spMkLst>
            <pc:docMk/>
            <pc:sldMk cId="0" sldId="258"/>
            <ac:spMk id="89" creationId="{4275F24B-5213-7815-4023-57DEDF34B1E9}"/>
          </ac:spMkLst>
        </pc:spChg>
        <pc:spChg chg="add mod">
          <ac:chgData name="Wasawat Krissirisawad" userId="8a225a4cd7e80232" providerId="LiveId" clId="{9E3EF393-46F4-4F50-9332-96D740610625}" dt="2026-10-13T07:34:08.221" v="1829" actId="14100"/>
          <ac:spMkLst>
            <pc:docMk/>
            <pc:sldMk cId="0" sldId="258"/>
            <ac:spMk id="91" creationId="{004E9394-F136-60AA-1EA0-41A31D44B347}"/>
          </ac:spMkLst>
        </pc:spChg>
        <pc:spChg chg="add mod">
          <ac:chgData name="Wasawat Krissirisawad" userId="8a225a4cd7e80232" providerId="LiveId" clId="{9E3EF393-46F4-4F50-9332-96D740610625}" dt="2026-10-13T08:18:15.988" v="2499" actId="20577"/>
          <ac:spMkLst>
            <pc:docMk/>
            <pc:sldMk cId="0" sldId="258"/>
            <ac:spMk id="93" creationId="{0B951389-E493-DD03-51D0-8B4732B831FE}"/>
          </ac:spMkLst>
        </pc:spChg>
        <pc:spChg chg="add mod">
          <ac:chgData name="Wasawat Krissirisawad" userId="8a225a4cd7e80232" providerId="LiveId" clId="{9E3EF393-46F4-4F50-9332-96D740610625}" dt="2026-10-13T06:37:06.204" v="519" actId="14100"/>
          <ac:spMkLst>
            <pc:docMk/>
            <pc:sldMk cId="0" sldId="258"/>
            <ac:spMk id="97" creationId="{9F4277F0-1BD6-1400-57EF-4D5C71DBBF1A}"/>
          </ac:spMkLst>
        </pc:spChg>
        <pc:spChg chg="add mod ord">
          <ac:chgData name="Wasawat Krissirisawad" userId="8a225a4cd7e80232" providerId="LiveId" clId="{9E3EF393-46F4-4F50-9332-96D740610625}" dt="2026-10-13T08:16:28.356" v="2425" actId="115"/>
          <ac:spMkLst>
            <pc:docMk/>
            <pc:sldMk cId="0" sldId="258"/>
            <ac:spMk id="99" creationId="{C7E29470-BF3C-37B0-5E82-E86805071F06}"/>
          </ac:spMkLst>
        </pc:spChg>
        <pc:spChg chg="add mod">
          <ac:chgData name="Wasawat Krissirisawad" userId="8a225a4cd7e80232" providerId="LiveId" clId="{9E3EF393-46F4-4F50-9332-96D740610625}" dt="2026-10-13T06:42:36.893" v="782" actId="571"/>
          <ac:spMkLst>
            <pc:docMk/>
            <pc:sldMk cId="0" sldId="258"/>
            <ac:spMk id="100" creationId="{287F09EC-D2B3-E356-6D52-2926ED2E0A1F}"/>
          </ac:spMkLst>
        </pc:spChg>
        <pc:spChg chg="add mod">
          <ac:chgData name="Wasawat Krissirisawad" userId="8a225a4cd7e80232" providerId="LiveId" clId="{9E3EF393-46F4-4F50-9332-96D740610625}" dt="2026-10-13T06:42:36.893" v="782" actId="571"/>
          <ac:spMkLst>
            <pc:docMk/>
            <pc:sldMk cId="0" sldId="258"/>
            <ac:spMk id="101" creationId="{DFAEFA28-C83E-1DF8-FA68-953CBAF6D41C}"/>
          </ac:spMkLst>
        </pc:spChg>
        <pc:spChg chg="add mod ord">
          <ac:chgData name="Wasawat Krissirisawad" userId="8a225a4cd7e80232" providerId="LiveId" clId="{9E3EF393-46F4-4F50-9332-96D740610625}" dt="2026-10-13T08:37:07.926" v="2656" actId="20577"/>
          <ac:spMkLst>
            <pc:docMk/>
            <pc:sldMk cId="0" sldId="258"/>
            <ac:spMk id="105" creationId="{3D3D7D27-F194-A372-424A-933B1F300B4C}"/>
          </ac:spMkLst>
        </pc:spChg>
        <pc:spChg chg="add mod">
          <ac:chgData name="Wasawat Krissirisawad" userId="8a225a4cd7e80232" providerId="LiveId" clId="{9E3EF393-46F4-4F50-9332-96D740610625}" dt="2026-10-13T07:12:20.871" v="1476" actId="207"/>
          <ac:spMkLst>
            <pc:docMk/>
            <pc:sldMk cId="0" sldId="258"/>
            <ac:spMk id="107" creationId="{4C22DFCA-F8B2-3173-83CA-250C0A11223F}"/>
          </ac:spMkLst>
        </pc:spChg>
        <pc:spChg chg="add mod">
          <ac:chgData name="Wasawat Krissirisawad" userId="8a225a4cd7e80232" providerId="LiveId" clId="{9E3EF393-46F4-4F50-9332-96D740610625}" dt="2026-10-13T07:06:18.540" v="1317" actId="207"/>
          <ac:spMkLst>
            <pc:docMk/>
            <pc:sldMk cId="0" sldId="258"/>
            <ac:spMk id="109" creationId="{9E36FF8A-2722-A631-C2B1-88FFA2F7E5DD}"/>
          </ac:spMkLst>
        </pc:spChg>
        <pc:spChg chg="add mod ord">
          <ac:chgData name="Wasawat Krissirisawad" userId="8a225a4cd7e80232" providerId="LiveId" clId="{9E3EF393-46F4-4F50-9332-96D740610625}" dt="2026-10-13T08:24:22.834" v="2566" actId="20577"/>
          <ac:spMkLst>
            <pc:docMk/>
            <pc:sldMk cId="0" sldId="258"/>
            <ac:spMk id="111" creationId="{1A52BB67-2297-7CC1-B223-6E6A5998CBDC}"/>
          </ac:spMkLst>
        </pc:spChg>
        <pc:spChg chg="add mod">
          <ac:chgData name="Wasawat Krissirisawad" userId="8a225a4cd7e80232" providerId="LiveId" clId="{9E3EF393-46F4-4F50-9332-96D740610625}" dt="2026-10-13T06:57:58.970" v="1094" actId="1035"/>
          <ac:spMkLst>
            <pc:docMk/>
            <pc:sldMk cId="0" sldId="258"/>
            <ac:spMk id="113" creationId="{B819FF10-AA95-40F6-1DCE-3ED5399BA054}"/>
          </ac:spMkLst>
        </pc:spChg>
        <pc:spChg chg="add del mod">
          <ac:chgData name="Wasawat Krissirisawad" userId="8a225a4cd7e80232" providerId="LiveId" clId="{9E3EF393-46F4-4F50-9332-96D740610625}" dt="2026-10-13T07:05:58.692" v="1311" actId="478"/>
          <ac:spMkLst>
            <pc:docMk/>
            <pc:sldMk cId="0" sldId="258"/>
            <ac:spMk id="115" creationId="{0C6144C3-1834-B76F-F345-B88D0AAB5835}"/>
          </ac:spMkLst>
        </pc:spChg>
        <pc:spChg chg="add mod">
          <ac:chgData name="Wasawat Krissirisawad" userId="8a225a4cd7e80232" providerId="LiveId" clId="{9E3EF393-46F4-4F50-9332-96D740610625}" dt="2026-10-13T07:06:05.193" v="1314" actId="1076"/>
          <ac:spMkLst>
            <pc:docMk/>
            <pc:sldMk cId="0" sldId="258"/>
            <ac:spMk id="117" creationId="{09A9108B-99BE-64F2-255F-ED83A4E0B38B}"/>
          </ac:spMkLst>
        </pc:spChg>
        <pc:spChg chg="add mod">
          <ac:chgData name="Wasawat Krissirisawad" userId="8a225a4cd7e80232" providerId="LiveId" clId="{9E3EF393-46F4-4F50-9332-96D740610625}" dt="2026-10-13T07:15:46.069" v="1535" actId="207"/>
          <ac:spMkLst>
            <pc:docMk/>
            <pc:sldMk cId="0" sldId="258"/>
            <ac:spMk id="118" creationId="{EB1D2B56-4434-4991-9B73-2738976B0CB8}"/>
          </ac:spMkLst>
        </pc:spChg>
        <pc:spChg chg="add mod">
          <ac:chgData name="Wasawat Krissirisawad" userId="8a225a4cd7e80232" providerId="LiveId" clId="{9E3EF393-46F4-4F50-9332-96D740610625}" dt="2026-10-13T07:18:03.897" v="1601" actId="14100"/>
          <ac:spMkLst>
            <pc:docMk/>
            <pc:sldMk cId="0" sldId="258"/>
            <ac:spMk id="120" creationId="{7AC0AD1E-2A57-D518-AE4B-65340B42F152}"/>
          </ac:spMkLst>
        </pc:spChg>
        <pc:spChg chg="add mod">
          <ac:chgData name="Wasawat Krissirisawad" userId="8a225a4cd7e80232" providerId="LiveId" clId="{9E3EF393-46F4-4F50-9332-96D740610625}" dt="2026-10-13T07:24:12.124" v="1674" actId="14100"/>
          <ac:spMkLst>
            <pc:docMk/>
            <pc:sldMk cId="0" sldId="258"/>
            <ac:spMk id="126" creationId="{BE547877-3F18-7DF3-2128-6351359D09F6}"/>
          </ac:spMkLst>
        </pc:spChg>
        <pc:spChg chg="add del mod">
          <ac:chgData name="Wasawat Krissirisawad" userId="8a225a4cd7e80232" providerId="LiveId" clId="{9E3EF393-46F4-4F50-9332-96D740610625}" dt="2026-10-13T07:40:44.656" v="1862" actId="478"/>
          <ac:spMkLst>
            <pc:docMk/>
            <pc:sldMk cId="0" sldId="258"/>
            <ac:spMk id="163" creationId="{5C50AB66-8F07-F25D-0587-342741F7A3CA}"/>
          </ac:spMkLst>
        </pc:spChg>
        <pc:spChg chg="add del mod">
          <ac:chgData name="Wasawat Krissirisawad" userId="8a225a4cd7e80232" providerId="LiveId" clId="{9E3EF393-46F4-4F50-9332-96D740610625}" dt="2026-10-13T07:43:15.484" v="1875" actId="478"/>
          <ac:spMkLst>
            <pc:docMk/>
            <pc:sldMk cId="0" sldId="258"/>
            <ac:spMk id="165" creationId="{C8185D91-A49C-7129-A602-218E28A10FE9}"/>
          </ac:spMkLst>
        </pc:spChg>
        <pc:spChg chg="add del">
          <ac:chgData name="Wasawat Krissirisawad" userId="8a225a4cd7e80232" providerId="LiveId" clId="{9E3EF393-46F4-4F50-9332-96D740610625}" dt="2026-10-13T08:07:39.859" v="2071" actId="22"/>
          <ac:spMkLst>
            <pc:docMk/>
            <pc:sldMk cId="0" sldId="258"/>
            <ac:spMk id="180" creationId="{9E1DE2C3-50E4-729D-B4DA-B8389547B2E6}"/>
          </ac:spMkLst>
        </pc:spChg>
        <pc:spChg chg="add mod">
          <ac:chgData name="Wasawat Krissirisawad" userId="8a225a4cd7e80232" providerId="LiveId" clId="{9E3EF393-46F4-4F50-9332-96D740610625}" dt="2026-10-13T08:07:50.080" v="2160" actId="1076"/>
          <ac:spMkLst>
            <pc:docMk/>
            <pc:sldMk cId="0" sldId="258"/>
            <ac:spMk id="182" creationId="{6DB9A33E-FC88-941B-0E17-43C2AD6FBF50}"/>
          </ac:spMkLst>
        </pc:spChg>
        <pc:spChg chg="add mod">
          <ac:chgData name="Wasawat Krissirisawad" userId="8a225a4cd7e80232" providerId="LiveId" clId="{9E3EF393-46F4-4F50-9332-96D740610625}" dt="2026-10-13T08:08:14.754" v="2165" actId="14100"/>
          <ac:spMkLst>
            <pc:docMk/>
            <pc:sldMk cId="0" sldId="258"/>
            <ac:spMk id="184" creationId="{C2CE0461-C3CC-8AA2-21AD-90836874DD11}"/>
          </ac:spMkLst>
        </pc:spChg>
        <pc:spChg chg="add mod">
          <ac:chgData name="Wasawat Krissirisawad" userId="8a225a4cd7e80232" providerId="LiveId" clId="{9E3EF393-46F4-4F50-9332-96D740610625}" dt="2026-10-13T08:10:01.283" v="2177" actId="14100"/>
          <ac:spMkLst>
            <pc:docMk/>
            <pc:sldMk cId="0" sldId="258"/>
            <ac:spMk id="186" creationId="{F4352580-6D62-F7C1-DD91-2C071F4E04AB}"/>
          </ac:spMkLst>
        </pc:spChg>
        <pc:grpChg chg="add del mod">
          <ac:chgData name="Wasawat Krissirisawad" userId="8a225a4cd7e80232" providerId="LiveId" clId="{9E3EF393-46F4-4F50-9332-96D740610625}" dt="2026-10-13T06:21:41.535" v="308" actId="165"/>
          <ac:grpSpMkLst>
            <pc:docMk/>
            <pc:sldMk cId="0" sldId="258"/>
            <ac:grpSpMk id="63" creationId="{8D98942B-C2E1-485F-679F-787805E59AE7}"/>
          </ac:grpSpMkLst>
        </pc:grpChg>
        <pc:grpChg chg="add mod">
          <ac:chgData name="Wasawat Krissirisawad" userId="8a225a4cd7e80232" providerId="LiveId" clId="{9E3EF393-46F4-4F50-9332-96D740610625}" dt="2026-10-13T07:51:43.341" v="1936" actId="14100"/>
          <ac:grpSpMkLst>
            <pc:docMk/>
            <pc:sldMk cId="0" sldId="258"/>
            <ac:grpSpMk id="155" creationId="{5C8BC5B6-219A-4F74-EADB-9318CE74C2ED}"/>
          </ac:grpSpMkLst>
        </pc:grpChg>
        <pc:graphicFrameChg chg="add del mod modGraphic">
          <ac:chgData name="Wasawat Krissirisawad" userId="8a225a4cd7e80232" providerId="LiveId" clId="{9E3EF393-46F4-4F50-9332-96D740610625}" dt="2026-10-13T07:31:46.161" v="1813" actId="478"/>
          <ac:graphicFrameMkLst>
            <pc:docMk/>
            <pc:sldMk cId="0" sldId="258"/>
            <ac:graphicFrameMk id="123" creationId="{8036E664-2EDB-3AB5-2FC7-026866F1A31A}"/>
          </ac:graphicFrameMkLst>
        </pc:graphicFrameChg>
        <pc:graphicFrameChg chg="add del mod">
          <ac:chgData name="Wasawat Krissirisawad" userId="8a225a4cd7e80232" providerId="LiveId" clId="{9E3EF393-46F4-4F50-9332-96D740610625}" dt="2026-10-13T07:25:33.680" v="1699" actId="478"/>
          <ac:graphicFrameMkLst>
            <pc:docMk/>
            <pc:sldMk cId="0" sldId="258"/>
            <ac:graphicFrameMk id="127" creationId="{BEAF86AF-3241-8B50-0792-3047E9E7E970}"/>
          </ac:graphicFrameMkLst>
        </pc:graphicFrameChg>
        <pc:graphicFrameChg chg="add del mod">
          <ac:chgData name="Wasawat Krissirisawad" userId="8a225a4cd7e80232" providerId="LiveId" clId="{9E3EF393-46F4-4F50-9332-96D740610625}" dt="2026-10-13T07:25:25.186" v="1696" actId="478"/>
          <ac:graphicFrameMkLst>
            <pc:docMk/>
            <pc:sldMk cId="0" sldId="258"/>
            <ac:graphicFrameMk id="129" creationId="{26D3189C-EA44-69D9-8944-82733C1CF439}"/>
          </ac:graphicFrameMkLst>
        </pc:graphicFrameChg>
        <pc:graphicFrameChg chg="add del mod">
          <ac:chgData name="Wasawat Krissirisawad" userId="8a225a4cd7e80232" providerId="LiveId" clId="{9E3EF393-46F4-4F50-9332-96D740610625}" dt="2026-10-13T07:25:27.059" v="1697" actId="478"/>
          <ac:graphicFrameMkLst>
            <pc:docMk/>
            <pc:sldMk cId="0" sldId="258"/>
            <ac:graphicFrameMk id="131" creationId="{1A33E591-483A-25EC-0A59-48C562EA5E65}"/>
          </ac:graphicFrameMkLst>
        </pc:graphicFrameChg>
        <pc:graphicFrameChg chg="add del mod">
          <ac:chgData name="Wasawat Krissirisawad" userId="8a225a4cd7e80232" providerId="LiveId" clId="{9E3EF393-46F4-4F50-9332-96D740610625}" dt="2026-10-13T07:31:43.911" v="1812" actId="478"/>
          <ac:graphicFrameMkLst>
            <pc:docMk/>
            <pc:sldMk cId="0" sldId="258"/>
            <ac:graphicFrameMk id="133" creationId="{1C015FD4-5BC3-56E5-9E10-FA096E9B3433}"/>
          </ac:graphicFrameMkLst>
        </pc:graphicFrameChg>
        <pc:picChg chg="add del mod">
          <ac:chgData name="Wasawat Krissirisawad" userId="8a225a4cd7e80232" providerId="LiveId" clId="{9E3EF393-46F4-4F50-9332-96D740610625}" dt="2026-10-13T06:20:54.408" v="291" actId="478"/>
          <ac:picMkLst>
            <pc:docMk/>
            <pc:sldMk cId="0" sldId="258"/>
            <ac:picMk id="60" creationId="{244F11EA-D5A0-2AB4-A382-621C84A98A05}"/>
          </ac:picMkLst>
        </pc:picChg>
        <pc:picChg chg="add del mod topLvl">
          <ac:chgData name="Wasawat Krissirisawad" userId="8a225a4cd7e80232" providerId="LiveId" clId="{9E3EF393-46F4-4F50-9332-96D740610625}" dt="2026-10-13T08:01:31.517" v="2053" actId="478"/>
          <ac:picMkLst>
            <pc:docMk/>
            <pc:sldMk cId="0" sldId="258"/>
            <ac:picMk id="61" creationId="{5042D533-7085-FFEB-48E8-D719BA37100B}"/>
          </ac:picMkLst>
        </pc:picChg>
        <pc:picChg chg="add del mod topLvl">
          <ac:chgData name="Wasawat Krissirisawad" userId="8a225a4cd7e80232" providerId="LiveId" clId="{9E3EF393-46F4-4F50-9332-96D740610625}" dt="2026-10-13T08:07:24.630" v="2068" actId="478"/>
          <ac:picMkLst>
            <pc:docMk/>
            <pc:sldMk cId="0" sldId="258"/>
            <ac:picMk id="62" creationId="{1692D879-E868-0AA3-9B64-8102D28FCD1F}"/>
          </ac:picMkLst>
        </pc:picChg>
        <pc:picChg chg="add del mod">
          <ac:chgData name="Wasawat Krissirisawad" userId="8a225a4cd7e80232" providerId="LiveId" clId="{9E3EF393-46F4-4F50-9332-96D740610625}" dt="2026-10-13T06:26:27.622" v="386" actId="931"/>
          <ac:picMkLst>
            <pc:docMk/>
            <pc:sldMk cId="0" sldId="258"/>
            <ac:picMk id="65" creationId="{A06B8972-5D94-96D6-74B8-2404CC4131EB}"/>
          </ac:picMkLst>
        </pc:picChg>
        <pc:picChg chg="add del mod">
          <ac:chgData name="Wasawat Krissirisawad" userId="8a225a4cd7e80232" providerId="LiveId" clId="{9E3EF393-46F4-4F50-9332-96D740610625}" dt="2026-10-13T06:26:27.337" v="385" actId="931"/>
          <ac:picMkLst>
            <pc:docMk/>
            <pc:sldMk cId="0" sldId="258"/>
            <ac:picMk id="67" creationId="{0DC1B3DA-1D01-C6B2-CAFE-7E9222CD2BFC}"/>
          </ac:picMkLst>
        </pc:picChg>
        <pc:picChg chg="add del mod">
          <ac:chgData name="Wasawat Krissirisawad" userId="8a225a4cd7e80232" providerId="LiveId" clId="{9E3EF393-46F4-4F50-9332-96D740610625}" dt="2026-10-13T06:26:27.034" v="384" actId="931"/>
          <ac:picMkLst>
            <pc:docMk/>
            <pc:sldMk cId="0" sldId="258"/>
            <ac:picMk id="69" creationId="{9D9D5A95-0B26-87AB-139A-72073A329A54}"/>
          </ac:picMkLst>
        </pc:picChg>
        <pc:picChg chg="add del mod">
          <ac:chgData name="Wasawat Krissirisawad" userId="8a225a4cd7e80232" providerId="LiveId" clId="{9E3EF393-46F4-4F50-9332-96D740610625}" dt="2026-10-13T06:26:26.642" v="383" actId="931"/>
          <ac:picMkLst>
            <pc:docMk/>
            <pc:sldMk cId="0" sldId="258"/>
            <ac:picMk id="71" creationId="{BC78C25C-8861-6711-B885-D85A1E77F3B1}"/>
          </ac:picMkLst>
        </pc:picChg>
        <pc:picChg chg="add del mod">
          <ac:chgData name="Wasawat Krissirisawad" userId="8a225a4cd7e80232" providerId="LiveId" clId="{9E3EF393-46F4-4F50-9332-96D740610625}" dt="2026-10-13T06:26:26.315" v="382" actId="931"/>
          <ac:picMkLst>
            <pc:docMk/>
            <pc:sldMk cId="0" sldId="258"/>
            <ac:picMk id="73" creationId="{0AA8B61E-3E81-41B7-1D6F-1B0079C891C8}"/>
          </ac:picMkLst>
        </pc:picChg>
        <pc:picChg chg="add del mod">
          <ac:chgData name="Wasawat Krissirisawad" userId="8a225a4cd7e80232" providerId="LiveId" clId="{9E3EF393-46F4-4F50-9332-96D740610625}" dt="2026-10-13T06:26:26.042" v="381" actId="931"/>
          <ac:picMkLst>
            <pc:docMk/>
            <pc:sldMk cId="0" sldId="258"/>
            <ac:picMk id="75" creationId="{5F5CCAA6-C55D-FE3A-888C-08488EEFDBFC}"/>
          </ac:picMkLst>
        </pc:picChg>
        <pc:picChg chg="add del mod">
          <ac:chgData name="Wasawat Krissirisawad" userId="8a225a4cd7e80232" providerId="LiveId" clId="{9E3EF393-46F4-4F50-9332-96D740610625}" dt="2026-10-13T06:26:25.869" v="380" actId="931"/>
          <ac:picMkLst>
            <pc:docMk/>
            <pc:sldMk cId="0" sldId="258"/>
            <ac:picMk id="77" creationId="{A5E39622-E59C-9707-BF1B-7E7EA2539986}"/>
          </ac:picMkLst>
        </pc:picChg>
        <pc:picChg chg="add del mod">
          <ac:chgData name="Wasawat Krissirisawad" userId="8a225a4cd7e80232" providerId="LiveId" clId="{9E3EF393-46F4-4F50-9332-96D740610625}" dt="2026-10-13T06:26:25.630" v="379" actId="931"/>
          <ac:picMkLst>
            <pc:docMk/>
            <pc:sldMk cId="0" sldId="258"/>
            <ac:picMk id="79" creationId="{84D17416-B9D5-FEF9-1E2D-F0CF3EFADEB3}"/>
          </ac:picMkLst>
        </pc:picChg>
        <pc:picChg chg="add del mod">
          <ac:chgData name="Wasawat Krissirisawad" userId="8a225a4cd7e80232" providerId="LiveId" clId="{9E3EF393-46F4-4F50-9332-96D740610625}" dt="2026-10-13T06:26:25.174" v="378" actId="931"/>
          <ac:picMkLst>
            <pc:docMk/>
            <pc:sldMk cId="0" sldId="258"/>
            <ac:picMk id="81" creationId="{15F0D1CB-891A-182B-BB94-7D2670041798}"/>
          </ac:picMkLst>
        </pc:picChg>
        <pc:picChg chg="add del mod">
          <ac:chgData name="Wasawat Krissirisawad" userId="8a225a4cd7e80232" providerId="LiveId" clId="{9E3EF393-46F4-4F50-9332-96D740610625}" dt="2026-10-13T06:26:24.396" v="377" actId="931"/>
          <ac:picMkLst>
            <pc:docMk/>
            <pc:sldMk cId="0" sldId="258"/>
            <ac:picMk id="83" creationId="{977B9C87-75B0-B94F-F9C4-DCBDDD0B305C}"/>
          </ac:picMkLst>
        </pc:picChg>
        <pc:picChg chg="add mod ord">
          <ac:chgData name="Wasawat Krissirisawad" userId="8a225a4cd7e80232" providerId="LiveId" clId="{9E3EF393-46F4-4F50-9332-96D740610625}" dt="2026-10-13T07:35:06.768" v="1845" actId="14100"/>
          <ac:picMkLst>
            <pc:docMk/>
            <pc:sldMk cId="0" sldId="258"/>
            <ac:picMk id="85" creationId="{A3C88F8F-0609-6A0B-09D6-8B5E08729D26}"/>
          </ac:picMkLst>
        </pc:picChg>
        <pc:picChg chg="add del mod modCrop">
          <ac:chgData name="Wasawat Krissirisawad" userId="8a225a4cd7e80232" providerId="LiveId" clId="{9E3EF393-46F4-4F50-9332-96D740610625}" dt="2026-10-13T06:36:17.693" v="512" actId="478"/>
          <ac:picMkLst>
            <pc:docMk/>
            <pc:sldMk cId="0" sldId="258"/>
            <ac:picMk id="95" creationId="{597E30BA-51CE-9997-8AAB-B772B0B79DB1}"/>
          </ac:picMkLst>
        </pc:picChg>
        <pc:picChg chg="add del">
          <ac:chgData name="Wasawat Krissirisawad" userId="8a225a4cd7e80232" providerId="LiveId" clId="{9E3EF393-46F4-4F50-9332-96D740610625}" dt="2026-10-13T06:47:31.595" v="843" actId="478"/>
          <ac:picMkLst>
            <pc:docMk/>
            <pc:sldMk cId="0" sldId="258"/>
            <ac:picMk id="103" creationId="{EB04F71E-5E9F-5B20-2BEF-89431B4E3DC9}"/>
          </ac:picMkLst>
        </pc:picChg>
        <pc:picChg chg="add del mod modCrop">
          <ac:chgData name="Wasawat Krissirisawad" userId="8a225a4cd7e80232" providerId="LiveId" clId="{9E3EF393-46F4-4F50-9332-96D740610625}" dt="2026-10-13T07:34:10.292" v="1831" actId="478"/>
          <ac:picMkLst>
            <pc:docMk/>
            <pc:sldMk cId="0" sldId="258"/>
            <ac:picMk id="122" creationId="{A80FED4D-2824-B447-244B-D19063467D98}"/>
          </ac:picMkLst>
        </pc:picChg>
        <pc:picChg chg="add del mod or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24" creationId="{A51E450C-2946-0400-1E79-260BCAB9701E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28" creationId="{2C11EE63-EAD8-063C-A815-C053F237A98C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30" creationId="{2C75A983-361E-F6E0-C866-C6F5C60B506C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32" creationId="{88738F30-FD57-030F-0CAD-9D462A035897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34" creationId="{C1747EE3-A3B4-1DB8-BAF1-93FC2EA0B669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36" creationId="{85BA87AC-2367-DB4B-B2BC-2A5709765F10}"/>
          </ac:picMkLst>
        </pc:picChg>
        <pc:picChg chg="add del mod">
          <ac:chgData name="Wasawat Krissirisawad" userId="8a225a4cd7e80232" providerId="LiveId" clId="{9E3EF393-46F4-4F50-9332-96D740610625}" dt="2026-10-13T07:26:40.347" v="1730" actId="21"/>
          <ac:picMkLst>
            <pc:docMk/>
            <pc:sldMk cId="0" sldId="258"/>
            <ac:picMk id="138" creationId="{767E942C-BA9F-F877-C776-FC1F7B034A5B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40" creationId="{D72CED99-6642-EECC-4BC0-5D5F03320F37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42" creationId="{9847A037-E1E0-358D-F7B0-9094F27D4647}"/>
          </ac:picMkLst>
        </pc:picChg>
        <pc:picChg chg="add mod">
          <ac:chgData name="Wasawat Krissirisawad" userId="8a225a4cd7e80232" providerId="LiveId" clId="{9E3EF393-46F4-4F50-9332-96D740610625}" dt="2026-10-13T07:53:26.707" v="1950" actId="207"/>
          <ac:picMkLst>
            <pc:docMk/>
            <pc:sldMk cId="0" sldId="258"/>
            <ac:picMk id="144" creationId="{8A62D5BD-8710-31AF-CFEC-ABA00257E615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46" creationId="{87F1FDBA-9CFA-529C-731B-2D46DFB0A04C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48" creationId="{DE293565-0B62-E6E2-5BA9-A3FF70C3EBCA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50" creationId="{0589F362-C2B2-1665-73FE-4D0805620461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52" creationId="{04B3466F-3E07-6351-62C0-D5BF2A2C2D22}"/>
          </ac:picMkLst>
        </pc:picChg>
        <pc:picChg chg="add mod">
          <ac:chgData name="Wasawat Krissirisawad" userId="8a225a4cd7e80232" providerId="LiveId" clId="{9E3EF393-46F4-4F50-9332-96D740610625}" dt="2026-10-13T07:53:12.529" v="1948" actId="208"/>
          <ac:picMkLst>
            <pc:docMk/>
            <pc:sldMk cId="0" sldId="258"/>
            <ac:picMk id="154" creationId="{390F4292-4C8C-4A3B-052D-F6A39383BC8E}"/>
          </ac:picMkLst>
        </pc:picChg>
        <pc:picChg chg="add del">
          <ac:chgData name="Wasawat Krissirisawad" userId="8a225a4cd7e80232" providerId="LiveId" clId="{9E3EF393-46F4-4F50-9332-96D740610625}" dt="2026-10-13T07:33:21.723" v="1818" actId="22"/>
          <ac:picMkLst>
            <pc:docMk/>
            <pc:sldMk cId="0" sldId="258"/>
            <ac:picMk id="157" creationId="{42020DC7-10EA-7DEB-A17F-B4D86C3A01DF}"/>
          </ac:picMkLst>
        </pc:picChg>
        <pc:picChg chg="add mod ord modCrop">
          <ac:chgData name="Wasawat Krissirisawad" userId="8a225a4cd7e80232" providerId="LiveId" clId="{9E3EF393-46F4-4F50-9332-96D740610625}" dt="2026-10-13T07:44:07.321" v="1878" actId="1035"/>
          <ac:picMkLst>
            <pc:docMk/>
            <pc:sldMk cId="0" sldId="258"/>
            <ac:picMk id="159" creationId="{E1E73336-DE30-7CC0-5997-725A483B2C3B}"/>
          </ac:picMkLst>
        </pc:picChg>
        <pc:picChg chg="add mod modCrop">
          <ac:chgData name="Wasawat Krissirisawad" userId="8a225a4cd7e80232" providerId="LiveId" clId="{9E3EF393-46F4-4F50-9332-96D740610625}" dt="2026-10-13T07:51:13.536" v="1930" actId="1038"/>
          <ac:picMkLst>
            <pc:docMk/>
            <pc:sldMk cId="0" sldId="258"/>
            <ac:picMk id="161" creationId="{D4D60A16-8DDA-3C47-5435-FA260F3F28D4}"/>
          </ac:picMkLst>
        </pc:picChg>
        <pc:picChg chg="add mod modCrop">
          <ac:chgData name="Wasawat Krissirisawad" userId="8a225a4cd7e80232" providerId="LiveId" clId="{9E3EF393-46F4-4F50-9332-96D740610625}" dt="2026-10-13T07:51:12.313" v="1929" actId="1038"/>
          <ac:picMkLst>
            <pc:docMk/>
            <pc:sldMk cId="0" sldId="258"/>
            <ac:picMk id="167" creationId="{A586BEFF-F805-9BB7-9185-73D65AC9EBA5}"/>
          </ac:picMkLst>
        </pc:picChg>
        <pc:picChg chg="add mod modCrop">
          <ac:chgData name="Wasawat Krissirisawad" userId="8a225a4cd7e80232" providerId="LiveId" clId="{9E3EF393-46F4-4F50-9332-96D740610625}" dt="2026-10-13T07:51:04.155" v="1924" actId="1076"/>
          <ac:picMkLst>
            <pc:docMk/>
            <pc:sldMk cId="0" sldId="258"/>
            <ac:picMk id="169" creationId="{01E5188A-86A7-8C3E-1B3D-97B57E9ED414}"/>
          </ac:picMkLst>
        </pc:picChg>
        <pc:picChg chg="add mod modCrop">
          <ac:chgData name="Wasawat Krissirisawad" userId="8a225a4cd7e80232" providerId="LiveId" clId="{9E3EF393-46F4-4F50-9332-96D740610625}" dt="2026-10-13T07:51:23.510" v="1932" actId="1076"/>
          <ac:picMkLst>
            <pc:docMk/>
            <pc:sldMk cId="0" sldId="258"/>
            <ac:picMk id="171" creationId="{2F0D4266-04E4-EE12-0951-ED579DD0C4ED}"/>
          </ac:picMkLst>
        </pc:picChg>
        <pc:picChg chg="add mod ord modCrop">
          <ac:chgData name="Wasawat Krissirisawad" userId="8a225a4cd7e80232" providerId="LiveId" clId="{9E3EF393-46F4-4F50-9332-96D740610625}" dt="2026-10-13T08:35:23.276" v="2608" actId="14100"/>
          <ac:picMkLst>
            <pc:docMk/>
            <pc:sldMk cId="0" sldId="258"/>
            <ac:picMk id="173" creationId="{0D0D183D-381C-0E26-F568-5CE9EC920E4A}"/>
          </ac:picMkLst>
        </pc:picChg>
        <pc:picChg chg="add del mod">
          <ac:chgData name="Wasawat Krissirisawad" userId="8a225a4cd7e80232" providerId="LiveId" clId="{9E3EF393-46F4-4F50-9332-96D740610625}" dt="2026-10-13T07:57:50.107" v="2039" actId="478"/>
          <ac:picMkLst>
            <pc:docMk/>
            <pc:sldMk cId="0" sldId="258"/>
            <ac:picMk id="174" creationId="{2BCD370B-BF28-E7A2-ACD1-FBF91896712F}"/>
          </ac:picMkLst>
        </pc:picChg>
        <pc:picChg chg="add del mod ord modCrop">
          <ac:chgData name="Wasawat Krissirisawad" userId="8a225a4cd7e80232" providerId="LiveId" clId="{9E3EF393-46F4-4F50-9332-96D740610625}" dt="2026-10-13T08:19:06.218" v="2500" actId="478"/>
          <ac:picMkLst>
            <pc:docMk/>
            <pc:sldMk cId="0" sldId="258"/>
            <ac:picMk id="176" creationId="{F988241B-32CF-E87F-C355-7C15E48EFA0A}"/>
          </ac:picMkLst>
        </pc:picChg>
        <pc:picChg chg="add mod ord modCrop">
          <ac:chgData name="Wasawat Krissirisawad" userId="8a225a4cd7e80232" providerId="LiveId" clId="{9E3EF393-46F4-4F50-9332-96D740610625}" dt="2026-10-13T08:19:30.303" v="2502" actId="196"/>
          <ac:picMkLst>
            <pc:docMk/>
            <pc:sldMk cId="0" sldId="258"/>
            <ac:picMk id="178" creationId="{63D8681C-6315-BF65-0EE6-BC16784A33EC}"/>
          </ac:picMkLst>
        </pc:picChg>
        <pc:picChg chg="add mod modCrop">
          <ac:chgData name="Wasawat Krissirisawad" userId="8a225a4cd7e80232" providerId="LiveId" clId="{9E3EF393-46F4-4F50-9332-96D740610625}" dt="2026-10-13T08:20:59.380" v="2517" actId="1076"/>
          <ac:picMkLst>
            <pc:docMk/>
            <pc:sldMk cId="0" sldId="258"/>
            <ac:picMk id="188" creationId="{B53B9FE6-F81D-B12F-D065-256489CDF9F5}"/>
          </ac:picMkLst>
        </pc:picChg>
      </pc:sldChg>
      <pc:sldChg chg="addSp delSp modSp new del mod">
        <pc:chgData name="Wasawat Krissirisawad" userId="8a225a4cd7e80232" providerId="LiveId" clId="{9E3EF393-46F4-4F50-9332-96D740610625}" dt="2026-10-13T07:25:39.245" v="1700" actId="47"/>
        <pc:sldMkLst>
          <pc:docMk/>
          <pc:sldMk cId="695214780" sldId="259"/>
        </pc:sldMkLst>
        <pc:picChg chg="add mod">
          <ac:chgData name="Wasawat Krissirisawad" userId="8a225a4cd7e80232" providerId="LiveId" clId="{9E3EF393-46F4-4F50-9332-96D740610625}" dt="2026-10-13T06:26:49.581" v="414" actId="1076"/>
          <ac:picMkLst>
            <pc:docMk/>
            <pc:sldMk cId="695214780" sldId="259"/>
            <ac:picMk id="3" creationId="{4EC7A61F-B936-7856-4A35-A2AA87B0E33E}"/>
          </ac:picMkLst>
        </pc:picChg>
        <pc:picChg chg="add mod">
          <ac:chgData name="Wasawat Krissirisawad" userId="8a225a4cd7e80232" providerId="LiveId" clId="{9E3EF393-46F4-4F50-9332-96D740610625}" dt="2026-10-13T06:26:48.401" v="412" actId="1076"/>
          <ac:picMkLst>
            <pc:docMk/>
            <pc:sldMk cId="695214780" sldId="259"/>
            <ac:picMk id="5" creationId="{63EF638E-12A1-F025-51A6-54332F9A9942}"/>
          </ac:picMkLst>
        </pc:picChg>
        <pc:picChg chg="add mod">
          <ac:chgData name="Wasawat Krissirisawad" userId="8a225a4cd7e80232" providerId="LiveId" clId="{9E3EF393-46F4-4F50-9332-96D740610625}" dt="2026-10-13T06:26:50.178" v="415" actId="1076"/>
          <ac:picMkLst>
            <pc:docMk/>
            <pc:sldMk cId="695214780" sldId="259"/>
            <ac:picMk id="7" creationId="{C57C8E68-E7D6-8A5B-6C55-7144FFFA0489}"/>
          </ac:picMkLst>
        </pc:picChg>
        <pc:picChg chg="add mod">
          <ac:chgData name="Wasawat Krissirisawad" userId="8a225a4cd7e80232" providerId="LiveId" clId="{9E3EF393-46F4-4F50-9332-96D740610625}" dt="2026-10-13T06:26:51.143" v="416" actId="1076"/>
          <ac:picMkLst>
            <pc:docMk/>
            <pc:sldMk cId="695214780" sldId="259"/>
            <ac:picMk id="9" creationId="{B2EA513E-8EC3-1114-193A-D2FF7C7545AC}"/>
          </ac:picMkLst>
        </pc:picChg>
        <pc:picChg chg="add mod">
          <ac:chgData name="Wasawat Krissirisawad" userId="8a225a4cd7e80232" providerId="LiveId" clId="{9E3EF393-46F4-4F50-9332-96D740610625}" dt="2026-10-13T06:26:51.566" v="417" actId="1076"/>
          <ac:picMkLst>
            <pc:docMk/>
            <pc:sldMk cId="695214780" sldId="259"/>
            <ac:picMk id="11" creationId="{5B63413C-FF34-618A-3A72-F92A2C4B70CD}"/>
          </ac:picMkLst>
        </pc:picChg>
        <pc:picChg chg="add mod">
          <ac:chgData name="Wasawat Krissirisawad" userId="8a225a4cd7e80232" providerId="LiveId" clId="{9E3EF393-46F4-4F50-9332-96D740610625}" dt="2026-10-13T06:26:52.020" v="418" actId="1076"/>
          <ac:picMkLst>
            <pc:docMk/>
            <pc:sldMk cId="695214780" sldId="259"/>
            <ac:picMk id="13" creationId="{8B92680F-DB4F-2E3F-FEA4-38646057D374}"/>
          </ac:picMkLst>
        </pc:picChg>
        <pc:picChg chg="add mod">
          <ac:chgData name="Wasawat Krissirisawad" userId="8a225a4cd7e80232" providerId="LiveId" clId="{9E3EF393-46F4-4F50-9332-96D740610625}" dt="2026-10-13T06:26:52.488" v="419" actId="1076"/>
          <ac:picMkLst>
            <pc:docMk/>
            <pc:sldMk cId="695214780" sldId="259"/>
            <ac:picMk id="15" creationId="{5D47226F-2D23-6F8D-C271-DD3CF8B5889F}"/>
          </ac:picMkLst>
        </pc:picChg>
        <pc:picChg chg="add mod">
          <ac:chgData name="Wasawat Krissirisawad" userId="8a225a4cd7e80232" providerId="LiveId" clId="{9E3EF393-46F4-4F50-9332-96D740610625}" dt="2026-10-13T06:26:52.916" v="420" actId="1076"/>
          <ac:picMkLst>
            <pc:docMk/>
            <pc:sldMk cId="695214780" sldId="259"/>
            <ac:picMk id="17" creationId="{93B5AE22-C44E-8A1C-33FD-0A79873023DB}"/>
          </ac:picMkLst>
        </pc:picChg>
        <pc:picChg chg="add mod">
          <ac:chgData name="Wasawat Krissirisawad" userId="8a225a4cd7e80232" providerId="LiveId" clId="{9E3EF393-46F4-4F50-9332-96D740610625}" dt="2026-10-13T06:26:53.639" v="421" actId="1076"/>
          <ac:picMkLst>
            <pc:docMk/>
            <pc:sldMk cId="695214780" sldId="259"/>
            <ac:picMk id="19" creationId="{48ACDE42-0936-6037-A288-6FBABA1188E5}"/>
          </ac:picMkLst>
        </pc:picChg>
        <pc:picChg chg="add mod">
          <ac:chgData name="Wasawat Krissirisawad" userId="8a225a4cd7e80232" providerId="LiveId" clId="{9E3EF393-46F4-4F50-9332-96D740610625}" dt="2026-10-13T06:26:54.577" v="422" actId="1076"/>
          <ac:picMkLst>
            <pc:docMk/>
            <pc:sldMk cId="695214780" sldId="259"/>
            <ac:picMk id="21" creationId="{FDFC70EF-3B2E-13A6-DFB0-C80BDCF6E3DA}"/>
          </ac:picMkLst>
        </pc:picChg>
        <pc:picChg chg="add del mod modCrop">
          <ac:chgData name="Wasawat Krissirisawad" userId="8a225a4cd7e80232" providerId="LiveId" clId="{9E3EF393-46F4-4F50-9332-96D740610625}" dt="2026-10-13T06:28:45.146" v="427" actId="21"/>
          <ac:picMkLst>
            <pc:docMk/>
            <pc:sldMk cId="695214780" sldId="259"/>
            <ac:picMk id="23" creationId="{8986D0FD-EB42-85E4-A581-760DA04C4133}"/>
          </ac:picMkLst>
        </pc:picChg>
      </pc:sldChg>
      <pc:sldChg chg="addSp delSp modSp new del mod">
        <pc:chgData name="Wasawat Krissirisawad" userId="8a225a4cd7e80232" providerId="LiveId" clId="{9E3EF393-46F4-4F50-9332-96D740610625}" dt="2026-10-13T08:24:07.917" v="2558" actId="47"/>
        <pc:sldMkLst>
          <pc:docMk/>
          <pc:sldMk cId="714298602" sldId="259"/>
        </pc:sldMkLst>
        <pc:graphicFrameChg chg="add mod">
          <ac:chgData name="Wasawat Krissirisawad" userId="8a225a4cd7e80232" providerId="LiveId" clId="{9E3EF393-46F4-4F50-9332-96D740610625}" dt="2026-10-13T07:25:58.310" v="1704"/>
          <ac:graphicFrameMkLst>
            <pc:docMk/>
            <pc:sldMk cId="714298602" sldId="259"/>
            <ac:graphicFrameMk id="2" creationId="{9E6890F0-3FDF-444E-B058-67DC709C7595}"/>
          </ac:graphicFrameMkLst>
        </pc:graphicFrameChg>
        <pc:graphicFrameChg chg="add mod">
          <ac:chgData name="Wasawat Krissirisawad" userId="8a225a4cd7e80232" providerId="LiveId" clId="{9E3EF393-46F4-4F50-9332-96D740610625}" dt="2026-10-13T07:26:09.044" v="1709"/>
          <ac:graphicFrameMkLst>
            <pc:docMk/>
            <pc:sldMk cId="714298602" sldId="259"/>
            <ac:graphicFrameMk id="4" creationId="{E140730A-11F3-0441-00D5-15A0052AAFF4}"/>
          </ac:graphicFrameMkLst>
        </pc:graphicFrameChg>
        <pc:graphicFrameChg chg="add del mod">
          <ac:chgData name="Wasawat Krissirisawad" userId="8a225a4cd7e80232" providerId="LiveId" clId="{9E3EF393-46F4-4F50-9332-96D740610625}" dt="2026-10-13T07:27:35.644" v="1743" actId="21"/>
          <ac:graphicFrameMkLst>
            <pc:docMk/>
            <pc:sldMk cId="714298602" sldId="259"/>
            <ac:graphicFrameMk id="20" creationId="{E1A18FEC-302B-B33F-3D7F-C3CB2E1DE3DF}"/>
          </ac:graphicFrameMkLst>
        </pc:graphicFrameChg>
        <pc:graphicFrameChg chg="add mod">
          <ac:chgData name="Wasawat Krissirisawad" userId="8a225a4cd7e80232" providerId="LiveId" clId="{9E3EF393-46F4-4F50-9332-96D740610625}" dt="2026-10-13T07:27:39.019" v="1745" actId="1076"/>
          <ac:graphicFrameMkLst>
            <pc:docMk/>
            <pc:sldMk cId="714298602" sldId="259"/>
            <ac:graphicFrameMk id="23" creationId="{FF75BB80-C593-681F-C196-C843C089152E}"/>
          </ac:graphicFrameMkLst>
        </pc:graphicFrameChg>
        <pc:picChg chg="add del mod">
          <ac:chgData name="Wasawat Krissirisawad" userId="8a225a4cd7e80232" providerId="LiveId" clId="{9E3EF393-46F4-4F50-9332-96D740610625}" dt="2026-10-13T07:26:43.813" v="1732" actId="478"/>
          <ac:picMkLst>
            <pc:docMk/>
            <pc:sldMk cId="714298602" sldId="259"/>
            <ac:picMk id="3" creationId="{E3D5E084-0433-2B5C-A7F3-D23C0625D29B}"/>
          </ac:picMkLst>
        </pc:picChg>
        <pc:picChg chg="add del mod">
          <ac:chgData name="Wasawat Krissirisawad" userId="8a225a4cd7e80232" providerId="LiveId" clId="{9E3EF393-46F4-4F50-9332-96D740610625}" dt="2026-10-13T07:26:44.108" v="1733" actId="478"/>
          <ac:picMkLst>
            <pc:docMk/>
            <pc:sldMk cId="714298602" sldId="259"/>
            <ac:picMk id="5" creationId="{8A42FCDA-D9C4-9DFD-849B-95D103DB7DA9}"/>
          </ac:picMkLst>
        </pc:picChg>
        <pc:picChg chg="add mod">
          <ac:chgData name="Wasawat Krissirisawad" userId="8a225a4cd7e80232" providerId="LiveId" clId="{9E3EF393-46F4-4F50-9332-96D740610625}" dt="2026-10-13T07:26:49.909" v="1735" actId="1076"/>
          <ac:picMkLst>
            <pc:docMk/>
            <pc:sldMk cId="714298602" sldId="259"/>
            <ac:picMk id="7" creationId="{7AFEFBEB-123E-991A-DEDF-348D24007839}"/>
          </ac:picMkLst>
        </pc:picChg>
        <pc:picChg chg="add mod">
          <ac:chgData name="Wasawat Krissirisawad" userId="8a225a4cd7e80232" providerId="LiveId" clId="{9E3EF393-46F4-4F50-9332-96D740610625}" dt="2026-10-13T07:26:51.510" v="1736" actId="1076"/>
          <ac:picMkLst>
            <pc:docMk/>
            <pc:sldMk cId="714298602" sldId="259"/>
            <ac:picMk id="9" creationId="{686F14E0-6E3C-12DD-3A8B-C6EE400F2F07}"/>
          </ac:picMkLst>
        </pc:picChg>
        <pc:picChg chg="add mod">
          <ac:chgData name="Wasawat Krissirisawad" userId="8a225a4cd7e80232" providerId="LiveId" clId="{9E3EF393-46F4-4F50-9332-96D740610625}" dt="2026-10-13T07:26:45.858" v="1734" actId="1076"/>
          <ac:picMkLst>
            <pc:docMk/>
            <pc:sldMk cId="714298602" sldId="259"/>
            <ac:picMk id="11" creationId="{1781BEFB-9B0E-4238-27C7-FACFFB19C4D7}"/>
          </ac:picMkLst>
        </pc:picChg>
        <pc:picChg chg="add mod">
          <ac:chgData name="Wasawat Krissirisawad" userId="8a225a4cd7e80232" providerId="LiveId" clId="{9E3EF393-46F4-4F50-9332-96D740610625}" dt="2026-10-13T07:26:45.858" v="1734" actId="1076"/>
          <ac:picMkLst>
            <pc:docMk/>
            <pc:sldMk cId="714298602" sldId="259"/>
            <ac:picMk id="13" creationId="{CCDDEEF9-4387-EA27-F15B-E72B3E2B3C12}"/>
          </ac:picMkLst>
        </pc:picChg>
        <pc:picChg chg="add mod">
          <ac:chgData name="Wasawat Krissirisawad" userId="8a225a4cd7e80232" providerId="LiveId" clId="{9E3EF393-46F4-4F50-9332-96D740610625}" dt="2026-10-13T07:28:19.792" v="1758" actId="1076"/>
          <ac:picMkLst>
            <pc:docMk/>
            <pc:sldMk cId="714298602" sldId="259"/>
            <ac:picMk id="15" creationId="{A7F9E53E-1A9E-8685-8248-6622C2EE9296}"/>
          </ac:picMkLst>
        </pc:picChg>
        <pc:picChg chg="add mod">
          <ac:chgData name="Wasawat Krissirisawad" userId="8a225a4cd7e80232" providerId="LiveId" clId="{9E3EF393-46F4-4F50-9332-96D740610625}" dt="2026-10-13T07:28:17.589" v="1757" actId="1076"/>
          <ac:picMkLst>
            <pc:docMk/>
            <pc:sldMk cId="714298602" sldId="259"/>
            <ac:picMk id="17" creationId="{FC5DD6BC-3B51-783D-BF15-6FA18ECD22FA}"/>
          </ac:picMkLst>
        </pc:picChg>
        <pc:picChg chg="add mod">
          <ac:chgData name="Wasawat Krissirisawad" userId="8a225a4cd7e80232" providerId="LiveId" clId="{9E3EF393-46F4-4F50-9332-96D740610625}" dt="2026-10-13T07:28:12.432" v="1755" actId="1076"/>
          <ac:picMkLst>
            <pc:docMk/>
            <pc:sldMk cId="714298602" sldId="259"/>
            <ac:picMk id="19" creationId="{EFFDFF61-ECAE-72AA-AEC0-5E1DE850D604}"/>
          </ac:picMkLst>
        </pc:picChg>
        <pc:picChg chg="add del mod">
          <ac:chgData name="Wasawat Krissirisawad" userId="8a225a4cd7e80232" providerId="LiveId" clId="{9E3EF393-46F4-4F50-9332-96D740610625}" dt="2026-10-13T07:27:35.644" v="1743" actId="21"/>
          <ac:picMkLst>
            <pc:docMk/>
            <pc:sldMk cId="714298602" sldId="259"/>
            <ac:picMk id="21" creationId="{2118F0FE-1DCA-8D39-36EA-E374EC0EA18A}"/>
          </ac:picMkLst>
        </pc:picChg>
        <pc:picChg chg="add mod">
          <ac:chgData name="Wasawat Krissirisawad" userId="8a225a4cd7e80232" providerId="LiveId" clId="{9E3EF393-46F4-4F50-9332-96D740610625}" dt="2026-10-13T07:28:11.211" v="1754" actId="1076"/>
          <ac:picMkLst>
            <pc:docMk/>
            <pc:sldMk cId="714298602" sldId="259"/>
            <ac:picMk id="25" creationId="{4F18257A-4E9F-9A8E-9DA7-FFF41545350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41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18.png"/><Relationship Id="rId18" Type="http://schemas.openxmlformats.org/officeDocument/2006/relationships/image" Target="../media/image57.png"/><Relationship Id="rId26" Type="http://schemas.openxmlformats.org/officeDocument/2006/relationships/image" Target="../media/image65.png"/><Relationship Id="rId3" Type="http://schemas.openxmlformats.org/officeDocument/2006/relationships/image" Target="../media/image44.png"/><Relationship Id="rId21" Type="http://schemas.openxmlformats.org/officeDocument/2006/relationships/image" Target="../media/image60.png"/><Relationship Id="rId7" Type="http://schemas.openxmlformats.org/officeDocument/2006/relationships/image" Target="../media/image48.png"/><Relationship Id="rId12" Type="http://schemas.openxmlformats.org/officeDocument/2006/relationships/image" Target="../media/image32.png"/><Relationship Id="rId17" Type="http://schemas.openxmlformats.org/officeDocument/2006/relationships/image" Target="../media/image56.png"/><Relationship Id="rId25" Type="http://schemas.openxmlformats.org/officeDocument/2006/relationships/image" Target="../media/image64.png"/><Relationship Id="rId2" Type="http://schemas.openxmlformats.org/officeDocument/2006/relationships/image" Target="../media/image43.png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24" Type="http://schemas.openxmlformats.org/officeDocument/2006/relationships/image" Target="../media/image63.png"/><Relationship Id="rId5" Type="http://schemas.openxmlformats.org/officeDocument/2006/relationships/image" Target="../media/image46.png"/><Relationship Id="rId15" Type="http://schemas.openxmlformats.org/officeDocument/2006/relationships/image" Target="../media/image54.png"/><Relationship Id="rId23" Type="http://schemas.openxmlformats.org/officeDocument/2006/relationships/image" Target="../media/image62.png"/><Relationship Id="rId28" Type="http://schemas.openxmlformats.org/officeDocument/2006/relationships/image" Target="../media/image67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Relationship Id="rId30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17" y="0"/>
            <a:ext cx="9753600" cy="14630400"/>
          </a:xfrm>
          <a:custGeom>
            <a:avLst/>
            <a:gdLst/>
            <a:ahLst/>
            <a:cxnLst/>
            <a:rect l="l" t="t" r="r" b="b"/>
            <a:pathLst>
              <a:path w="9753600" h="14630400">
                <a:moveTo>
                  <a:pt x="0" y="0"/>
                </a:moveTo>
                <a:lnTo>
                  <a:pt x="9753600" y="0"/>
                </a:lnTo>
                <a:lnTo>
                  <a:pt x="9753600" y="14630400"/>
                </a:lnTo>
                <a:lnTo>
                  <a:pt x="0" y="14630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3190875" cy="733425"/>
          </a:xfrm>
          <a:custGeom>
            <a:avLst/>
            <a:gdLst/>
            <a:ahLst/>
            <a:cxnLst/>
            <a:rect l="l" t="t" r="r" b="b"/>
            <a:pathLst>
              <a:path w="3190875" h="733425">
                <a:moveTo>
                  <a:pt x="0" y="0"/>
                </a:moveTo>
                <a:lnTo>
                  <a:pt x="3190875" y="0"/>
                </a:lnTo>
                <a:lnTo>
                  <a:pt x="3190875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6181725" y="0"/>
            <a:ext cx="3390900" cy="733425"/>
          </a:xfrm>
          <a:custGeom>
            <a:avLst/>
            <a:gdLst/>
            <a:ahLst/>
            <a:cxnLst/>
            <a:rect l="l" t="t" r="r" b="b"/>
            <a:pathLst>
              <a:path w="3390900" h="733425">
                <a:moveTo>
                  <a:pt x="0" y="0"/>
                </a:moveTo>
                <a:lnTo>
                  <a:pt x="3390900" y="0"/>
                </a:lnTo>
                <a:lnTo>
                  <a:pt x="33909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2047875" y="1004888"/>
            <a:ext cx="1133475" cy="733425"/>
          </a:xfrm>
          <a:custGeom>
            <a:avLst/>
            <a:gdLst/>
            <a:ahLst/>
            <a:cxnLst/>
            <a:rect l="l" t="t" r="r" b="b"/>
            <a:pathLst>
              <a:path w="1133475" h="733425">
                <a:moveTo>
                  <a:pt x="0" y="0"/>
                </a:moveTo>
                <a:lnTo>
                  <a:pt x="1133475" y="0"/>
                </a:lnTo>
                <a:lnTo>
                  <a:pt x="1133475" y="733424"/>
                </a:lnTo>
                <a:lnTo>
                  <a:pt x="0" y="7334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6682817" y="1028151"/>
            <a:ext cx="942975" cy="733425"/>
          </a:xfrm>
          <a:custGeom>
            <a:avLst/>
            <a:gdLst/>
            <a:ahLst/>
            <a:cxnLst/>
            <a:rect l="l" t="t" r="r" b="b"/>
            <a:pathLst>
              <a:path w="942975" h="733425">
                <a:moveTo>
                  <a:pt x="0" y="0"/>
                </a:moveTo>
                <a:lnTo>
                  <a:pt x="942975" y="0"/>
                </a:lnTo>
                <a:lnTo>
                  <a:pt x="942975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3181350" y="2190750"/>
            <a:ext cx="3390900" cy="552450"/>
          </a:xfrm>
          <a:custGeom>
            <a:avLst/>
            <a:gdLst/>
            <a:ahLst/>
            <a:cxnLst/>
            <a:rect l="l" t="t" r="r" b="b"/>
            <a:pathLst>
              <a:path w="3390900" h="552450">
                <a:moveTo>
                  <a:pt x="0" y="0"/>
                </a:moveTo>
                <a:lnTo>
                  <a:pt x="3390900" y="0"/>
                </a:lnTo>
                <a:lnTo>
                  <a:pt x="3390900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6372225" y="2009775"/>
            <a:ext cx="1514475" cy="190500"/>
          </a:xfrm>
          <a:custGeom>
            <a:avLst/>
            <a:gdLst/>
            <a:ahLst/>
            <a:cxnLst/>
            <a:rect l="l" t="t" r="r" b="b"/>
            <a:pathLst>
              <a:path w="1514475" h="190500">
                <a:moveTo>
                  <a:pt x="0" y="0"/>
                </a:moveTo>
                <a:lnTo>
                  <a:pt x="1514475" y="0"/>
                </a:lnTo>
                <a:lnTo>
                  <a:pt x="1514475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80975" y="2371725"/>
            <a:ext cx="1514475" cy="2390775"/>
          </a:xfrm>
          <a:custGeom>
            <a:avLst/>
            <a:gdLst/>
            <a:ahLst/>
            <a:cxnLst/>
            <a:rect l="l" t="t" r="r" b="b"/>
            <a:pathLst>
              <a:path w="1514475" h="2390775">
                <a:moveTo>
                  <a:pt x="0" y="0"/>
                </a:moveTo>
                <a:lnTo>
                  <a:pt x="1514475" y="0"/>
                </a:lnTo>
                <a:lnTo>
                  <a:pt x="1514475" y="2390775"/>
                </a:lnTo>
                <a:lnTo>
                  <a:pt x="0" y="23907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526694" y="2600407"/>
            <a:ext cx="741274" cy="1269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366"/>
              </a:lnSpc>
            </a:pPr>
            <a:r>
              <a:rPr lang="en-US" sz="7404" b="1" i="1" dirty="0">
                <a:solidFill>
                  <a:srgbClr val="FFFFFF"/>
                </a:solidFill>
                <a:latin typeface="Adirek Sans Semi-Bold Italics"/>
                <a:ea typeface="Adirek Sans Semi-Bold Italics"/>
                <a:cs typeface="Adirek Sans Semi-Bold Italics"/>
                <a:sym typeface="Adirek Sans Semi-Bold Italics"/>
              </a:rPr>
              <a:t>01</a:t>
            </a:r>
          </a:p>
        </p:txBody>
      </p:sp>
      <p:sp>
        <p:nvSpPr>
          <p:cNvPr id="11" name="Freeform 11"/>
          <p:cNvSpPr/>
          <p:nvPr/>
        </p:nvSpPr>
        <p:spPr>
          <a:xfrm>
            <a:off x="371475" y="3657600"/>
            <a:ext cx="942975" cy="1104900"/>
          </a:xfrm>
          <a:custGeom>
            <a:avLst/>
            <a:gdLst/>
            <a:ahLst/>
            <a:cxnLst/>
            <a:rect l="l" t="t" r="r" b="b"/>
            <a:pathLst>
              <a:path w="942975" h="1104900">
                <a:moveTo>
                  <a:pt x="0" y="0"/>
                </a:moveTo>
                <a:lnTo>
                  <a:pt x="942975" y="0"/>
                </a:lnTo>
                <a:lnTo>
                  <a:pt x="942975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866900" y="3467100"/>
            <a:ext cx="762000" cy="190500"/>
          </a:xfrm>
          <a:custGeom>
            <a:avLst/>
            <a:gdLst/>
            <a:ahLst/>
            <a:cxnLst/>
            <a:rect l="l" t="t" r="r" b="b"/>
            <a:pathLst>
              <a:path w="762000" h="190500">
                <a:moveTo>
                  <a:pt x="0" y="0"/>
                </a:moveTo>
                <a:lnTo>
                  <a:pt x="762000" y="0"/>
                </a:lnTo>
                <a:lnTo>
                  <a:pt x="7620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80975" y="4752975"/>
            <a:ext cx="1514475" cy="2381250"/>
          </a:xfrm>
          <a:custGeom>
            <a:avLst/>
            <a:gdLst/>
            <a:ahLst/>
            <a:cxnLst/>
            <a:rect l="l" t="t" r="r" b="b"/>
            <a:pathLst>
              <a:path w="1514475" h="2381250">
                <a:moveTo>
                  <a:pt x="0" y="0"/>
                </a:moveTo>
                <a:lnTo>
                  <a:pt x="1514475" y="0"/>
                </a:lnTo>
                <a:lnTo>
                  <a:pt x="1514475" y="2381250"/>
                </a:lnTo>
                <a:lnTo>
                  <a:pt x="0" y="23812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526694" y="5008786"/>
            <a:ext cx="741274" cy="109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 i="1">
                <a:solidFill>
                  <a:srgbClr val="FFFFFF"/>
                </a:solidFill>
                <a:latin typeface="Adirek Sans Semi-Bold Italics"/>
                <a:ea typeface="Adirek Sans Semi-Bold Italics"/>
                <a:cs typeface="Adirek Sans Semi-Bold Italics"/>
                <a:sym typeface="Adirek Sans Semi-Bold Italics"/>
              </a:rPr>
              <a:t>02</a:t>
            </a:r>
          </a:p>
        </p:txBody>
      </p:sp>
      <p:sp>
        <p:nvSpPr>
          <p:cNvPr id="15" name="Freeform 15"/>
          <p:cNvSpPr/>
          <p:nvPr/>
        </p:nvSpPr>
        <p:spPr>
          <a:xfrm>
            <a:off x="561975" y="6029325"/>
            <a:ext cx="752475" cy="923925"/>
          </a:xfrm>
          <a:custGeom>
            <a:avLst/>
            <a:gdLst/>
            <a:ahLst/>
            <a:cxnLst/>
            <a:rect l="l" t="t" r="r" b="b"/>
            <a:pathLst>
              <a:path w="752475" h="923925">
                <a:moveTo>
                  <a:pt x="0" y="0"/>
                </a:moveTo>
                <a:lnTo>
                  <a:pt x="752475" y="0"/>
                </a:lnTo>
                <a:lnTo>
                  <a:pt x="752475" y="923925"/>
                </a:lnTo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866900" y="6029325"/>
            <a:ext cx="762000" cy="190500"/>
          </a:xfrm>
          <a:custGeom>
            <a:avLst/>
            <a:gdLst/>
            <a:ahLst/>
            <a:cxnLst/>
            <a:rect l="l" t="t" r="r" b="b"/>
            <a:pathLst>
              <a:path w="762000" h="190500">
                <a:moveTo>
                  <a:pt x="0" y="0"/>
                </a:moveTo>
                <a:lnTo>
                  <a:pt x="762000" y="0"/>
                </a:lnTo>
                <a:lnTo>
                  <a:pt x="7620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80975" y="7124700"/>
            <a:ext cx="1514475" cy="2390775"/>
          </a:xfrm>
          <a:custGeom>
            <a:avLst/>
            <a:gdLst/>
            <a:ahLst/>
            <a:cxnLst/>
            <a:rect l="l" t="t" r="r" b="b"/>
            <a:pathLst>
              <a:path w="1514475" h="2390775">
                <a:moveTo>
                  <a:pt x="0" y="0"/>
                </a:moveTo>
                <a:lnTo>
                  <a:pt x="1514475" y="0"/>
                </a:lnTo>
                <a:lnTo>
                  <a:pt x="1514475" y="2390775"/>
                </a:lnTo>
                <a:lnTo>
                  <a:pt x="0" y="2390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526694" y="7320754"/>
            <a:ext cx="741274" cy="1094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99"/>
              </a:lnSpc>
            </a:pPr>
            <a:r>
              <a:rPr lang="en-US" sz="6428" b="1" i="1" dirty="0">
                <a:solidFill>
                  <a:srgbClr val="FFFFFF"/>
                </a:solidFill>
                <a:latin typeface="Adirek Sans Semi-Bold Italics"/>
                <a:ea typeface="Adirek Sans Semi-Bold Italics"/>
                <a:cs typeface="Adirek Sans Semi-Bold Italics"/>
                <a:sym typeface="Adirek Sans Semi-Bold Italics"/>
              </a:rPr>
              <a:t>03</a:t>
            </a:r>
          </a:p>
        </p:txBody>
      </p:sp>
      <p:sp>
        <p:nvSpPr>
          <p:cNvPr id="19" name="Freeform 19"/>
          <p:cNvSpPr/>
          <p:nvPr/>
        </p:nvSpPr>
        <p:spPr>
          <a:xfrm>
            <a:off x="561975" y="8410575"/>
            <a:ext cx="752475" cy="733425"/>
          </a:xfrm>
          <a:custGeom>
            <a:avLst/>
            <a:gdLst/>
            <a:ahLst/>
            <a:cxnLst/>
            <a:rect l="l" t="t" r="r" b="b"/>
            <a:pathLst>
              <a:path w="752475" h="733425">
                <a:moveTo>
                  <a:pt x="0" y="0"/>
                </a:moveTo>
                <a:lnTo>
                  <a:pt x="752475" y="0"/>
                </a:lnTo>
                <a:lnTo>
                  <a:pt x="752475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866900" y="8039100"/>
            <a:ext cx="762000" cy="190500"/>
          </a:xfrm>
          <a:custGeom>
            <a:avLst/>
            <a:gdLst/>
            <a:ahLst/>
            <a:cxnLst/>
            <a:rect l="l" t="t" r="r" b="b"/>
            <a:pathLst>
              <a:path w="762000" h="190500">
                <a:moveTo>
                  <a:pt x="0" y="0"/>
                </a:moveTo>
                <a:lnTo>
                  <a:pt x="762000" y="0"/>
                </a:lnTo>
                <a:lnTo>
                  <a:pt x="7620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80975" y="9505950"/>
            <a:ext cx="1514475" cy="2019300"/>
          </a:xfrm>
          <a:custGeom>
            <a:avLst/>
            <a:gdLst/>
            <a:ahLst/>
            <a:cxnLst/>
            <a:rect l="l" t="t" r="r" b="b"/>
            <a:pathLst>
              <a:path w="1514475" h="2019300">
                <a:moveTo>
                  <a:pt x="0" y="0"/>
                </a:moveTo>
                <a:lnTo>
                  <a:pt x="1514475" y="0"/>
                </a:lnTo>
                <a:lnTo>
                  <a:pt x="1514475" y="2019300"/>
                </a:lnTo>
                <a:lnTo>
                  <a:pt x="0" y="20193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526694" y="9630920"/>
            <a:ext cx="741274" cy="1077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879"/>
              </a:lnSpc>
            </a:pPr>
            <a:r>
              <a:rPr lang="en-US" sz="6342" b="1" i="1">
                <a:solidFill>
                  <a:srgbClr val="FFFFFF"/>
                </a:solidFill>
                <a:latin typeface="Adirek Sans Semi-Bold Italics"/>
                <a:ea typeface="Adirek Sans Semi-Bold Italics"/>
                <a:cs typeface="Adirek Sans Semi-Bold Italics"/>
                <a:sym typeface="Adirek Sans Semi-Bold Italics"/>
              </a:rPr>
              <a:t>04</a:t>
            </a:r>
          </a:p>
        </p:txBody>
      </p:sp>
      <p:sp>
        <p:nvSpPr>
          <p:cNvPr id="23" name="Freeform 23"/>
          <p:cNvSpPr/>
          <p:nvPr/>
        </p:nvSpPr>
        <p:spPr>
          <a:xfrm>
            <a:off x="561975" y="10601325"/>
            <a:ext cx="752475" cy="742950"/>
          </a:xfrm>
          <a:custGeom>
            <a:avLst/>
            <a:gdLst/>
            <a:ahLst/>
            <a:cxnLst/>
            <a:rect l="l" t="t" r="r" b="b"/>
            <a:pathLst>
              <a:path w="752475" h="742950">
                <a:moveTo>
                  <a:pt x="0" y="0"/>
                </a:moveTo>
                <a:lnTo>
                  <a:pt x="752475" y="0"/>
                </a:lnTo>
                <a:lnTo>
                  <a:pt x="752475" y="742950"/>
                </a:lnTo>
                <a:lnTo>
                  <a:pt x="0" y="7429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Freeform 24"/>
          <p:cNvSpPr/>
          <p:nvPr/>
        </p:nvSpPr>
        <p:spPr>
          <a:xfrm>
            <a:off x="1866900" y="10239375"/>
            <a:ext cx="571500" cy="371475"/>
          </a:xfrm>
          <a:custGeom>
            <a:avLst/>
            <a:gdLst/>
            <a:ahLst/>
            <a:cxnLst/>
            <a:rect l="l" t="t" r="r" b="b"/>
            <a:pathLst>
              <a:path w="571500" h="371475">
                <a:moveTo>
                  <a:pt x="0" y="0"/>
                </a:moveTo>
                <a:lnTo>
                  <a:pt x="571500" y="0"/>
                </a:lnTo>
                <a:lnTo>
                  <a:pt x="571500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180975" y="11515725"/>
            <a:ext cx="1514475" cy="2200275"/>
          </a:xfrm>
          <a:custGeom>
            <a:avLst/>
            <a:gdLst/>
            <a:ahLst/>
            <a:cxnLst/>
            <a:rect l="l" t="t" r="r" b="b"/>
            <a:pathLst>
              <a:path w="1514475" h="2200275">
                <a:moveTo>
                  <a:pt x="0" y="0"/>
                </a:moveTo>
                <a:lnTo>
                  <a:pt x="1514475" y="0"/>
                </a:lnTo>
                <a:lnTo>
                  <a:pt x="1514475" y="2200275"/>
                </a:lnTo>
                <a:lnTo>
                  <a:pt x="0" y="220027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526694" y="11768031"/>
            <a:ext cx="741274" cy="109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 i="1">
                <a:solidFill>
                  <a:srgbClr val="FFFFFF"/>
                </a:solidFill>
                <a:latin typeface="Adirek Sans Semi-Bold Italics"/>
                <a:ea typeface="Adirek Sans Semi-Bold Italics"/>
                <a:cs typeface="Adirek Sans Semi-Bold Italics"/>
                <a:sym typeface="Adirek Sans Semi-Bold Italics"/>
              </a:rPr>
              <a:t>05</a:t>
            </a:r>
          </a:p>
        </p:txBody>
      </p:sp>
      <p:sp>
        <p:nvSpPr>
          <p:cNvPr id="27" name="Freeform 27"/>
          <p:cNvSpPr/>
          <p:nvPr/>
        </p:nvSpPr>
        <p:spPr>
          <a:xfrm>
            <a:off x="561975" y="12801600"/>
            <a:ext cx="752475" cy="733425"/>
          </a:xfrm>
          <a:custGeom>
            <a:avLst/>
            <a:gdLst/>
            <a:ahLst/>
            <a:cxnLst/>
            <a:rect l="l" t="t" r="r" b="b"/>
            <a:pathLst>
              <a:path w="752475" h="733425">
                <a:moveTo>
                  <a:pt x="0" y="0"/>
                </a:moveTo>
                <a:lnTo>
                  <a:pt x="752475" y="0"/>
                </a:lnTo>
                <a:lnTo>
                  <a:pt x="752475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1866900" y="12249150"/>
            <a:ext cx="762000" cy="190500"/>
          </a:xfrm>
          <a:custGeom>
            <a:avLst/>
            <a:gdLst/>
            <a:ahLst/>
            <a:cxnLst/>
            <a:rect l="l" t="t" r="r" b="b"/>
            <a:pathLst>
              <a:path w="762000" h="190500">
                <a:moveTo>
                  <a:pt x="0" y="0"/>
                </a:moveTo>
                <a:lnTo>
                  <a:pt x="762000" y="0"/>
                </a:lnTo>
                <a:lnTo>
                  <a:pt x="762000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29"/>
          <p:cNvSpPr/>
          <p:nvPr/>
        </p:nvSpPr>
        <p:spPr>
          <a:xfrm>
            <a:off x="0" y="13525500"/>
            <a:ext cx="3190875" cy="923925"/>
          </a:xfrm>
          <a:custGeom>
            <a:avLst/>
            <a:gdLst/>
            <a:ahLst/>
            <a:cxnLst/>
            <a:rect l="l" t="t" r="r" b="b"/>
            <a:pathLst>
              <a:path w="3190875" h="923925">
                <a:moveTo>
                  <a:pt x="0" y="0"/>
                </a:moveTo>
                <a:lnTo>
                  <a:pt x="3190875" y="0"/>
                </a:lnTo>
                <a:lnTo>
                  <a:pt x="3190875" y="923925"/>
                </a:lnTo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>
            <a:off x="6181725" y="13525500"/>
            <a:ext cx="3390900" cy="923925"/>
          </a:xfrm>
          <a:custGeom>
            <a:avLst/>
            <a:gdLst/>
            <a:ahLst/>
            <a:cxnLst/>
            <a:rect l="l" t="t" r="r" b="b"/>
            <a:pathLst>
              <a:path w="3390900" h="923925">
                <a:moveTo>
                  <a:pt x="0" y="0"/>
                </a:moveTo>
                <a:lnTo>
                  <a:pt x="3390900" y="0"/>
                </a:lnTo>
                <a:lnTo>
                  <a:pt x="3390900" y="923925"/>
                </a:lnTo>
                <a:lnTo>
                  <a:pt x="0" y="92392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866900" y="14077950"/>
            <a:ext cx="571500" cy="371475"/>
          </a:xfrm>
          <a:custGeom>
            <a:avLst/>
            <a:gdLst/>
            <a:ahLst/>
            <a:cxnLst/>
            <a:rect l="l" t="t" r="r" b="b"/>
            <a:pathLst>
              <a:path w="571500" h="371475">
                <a:moveTo>
                  <a:pt x="0" y="0"/>
                </a:moveTo>
                <a:lnTo>
                  <a:pt x="571500" y="0"/>
                </a:lnTo>
                <a:lnTo>
                  <a:pt x="571500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Freeform 32"/>
          <p:cNvSpPr/>
          <p:nvPr/>
        </p:nvSpPr>
        <p:spPr>
          <a:xfrm>
            <a:off x="7315200" y="14077950"/>
            <a:ext cx="571500" cy="371475"/>
          </a:xfrm>
          <a:custGeom>
            <a:avLst/>
            <a:gdLst/>
            <a:ahLst/>
            <a:cxnLst/>
            <a:rect l="l" t="t" r="r" b="b"/>
            <a:pathLst>
              <a:path w="571500" h="371475">
                <a:moveTo>
                  <a:pt x="0" y="0"/>
                </a:moveTo>
                <a:lnTo>
                  <a:pt x="571500" y="0"/>
                </a:lnTo>
                <a:lnTo>
                  <a:pt x="571500" y="371475"/>
                </a:lnTo>
                <a:lnTo>
                  <a:pt x="0" y="37147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33"/>
          <p:cNvSpPr/>
          <p:nvPr/>
        </p:nvSpPr>
        <p:spPr>
          <a:xfrm>
            <a:off x="3181350" y="13716000"/>
            <a:ext cx="3390900" cy="419500"/>
          </a:xfrm>
          <a:custGeom>
            <a:avLst/>
            <a:gdLst/>
            <a:ahLst/>
            <a:cxnLst/>
            <a:rect l="l" t="t" r="r" b="b"/>
            <a:pathLst>
              <a:path w="3390900" h="419500">
                <a:moveTo>
                  <a:pt x="0" y="0"/>
                </a:moveTo>
                <a:lnTo>
                  <a:pt x="3390900" y="0"/>
                </a:lnTo>
                <a:lnTo>
                  <a:pt x="3390900" y="419500"/>
                </a:lnTo>
                <a:lnTo>
                  <a:pt x="0" y="41950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b="-11797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4" name="Freeform 34"/>
          <p:cNvSpPr/>
          <p:nvPr/>
        </p:nvSpPr>
        <p:spPr>
          <a:xfrm>
            <a:off x="4666932" y="2714917"/>
            <a:ext cx="4172268" cy="1947843"/>
          </a:xfrm>
          <a:custGeom>
            <a:avLst/>
            <a:gdLst/>
            <a:ahLst/>
            <a:cxnLst/>
            <a:rect l="l" t="t" r="r" b="b"/>
            <a:pathLst>
              <a:path w="3647013" h="1702625">
                <a:moveTo>
                  <a:pt x="0" y="0"/>
                </a:moveTo>
                <a:lnTo>
                  <a:pt x="3647014" y="0"/>
                </a:lnTo>
                <a:lnTo>
                  <a:pt x="3647014" y="1702626"/>
                </a:lnTo>
                <a:lnTo>
                  <a:pt x="0" y="1702626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Freeform 35"/>
          <p:cNvSpPr/>
          <p:nvPr/>
        </p:nvSpPr>
        <p:spPr>
          <a:xfrm>
            <a:off x="4724400" y="4426020"/>
            <a:ext cx="2765858" cy="2708205"/>
          </a:xfrm>
          <a:custGeom>
            <a:avLst/>
            <a:gdLst/>
            <a:ahLst/>
            <a:cxnLst/>
            <a:rect l="l" t="t" r="r" b="b"/>
            <a:pathLst>
              <a:path w="2765858" h="2708205">
                <a:moveTo>
                  <a:pt x="0" y="0"/>
                </a:moveTo>
                <a:lnTo>
                  <a:pt x="2765859" y="0"/>
                </a:lnTo>
                <a:lnTo>
                  <a:pt x="2765859" y="2708205"/>
                </a:lnTo>
                <a:lnTo>
                  <a:pt x="0" y="27082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b="-9269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37"/>
          <p:cNvSpPr/>
          <p:nvPr/>
        </p:nvSpPr>
        <p:spPr>
          <a:xfrm>
            <a:off x="7204856" y="4210050"/>
            <a:ext cx="2367769" cy="2924175"/>
          </a:xfrm>
          <a:custGeom>
            <a:avLst/>
            <a:gdLst/>
            <a:ahLst/>
            <a:cxnLst/>
            <a:rect l="l" t="t" r="r" b="b"/>
            <a:pathLst>
              <a:path w="2367769" h="2924175">
                <a:moveTo>
                  <a:pt x="0" y="0"/>
                </a:moveTo>
                <a:lnTo>
                  <a:pt x="2367769" y="0"/>
                </a:lnTo>
                <a:lnTo>
                  <a:pt x="2367769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t="-3535" r="-10148" b="-6317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38"/>
          <p:cNvSpPr/>
          <p:nvPr/>
        </p:nvSpPr>
        <p:spPr>
          <a:xfrm>
            <a:off x="6909322" y="11865392"/>
            <a:ext cx="2444580" cy="2750180"/>
          </a:xfrm>
          <a:custGeom>
            <a:avLst/>
            <a:gdLst/>
            <a:ahLst/>
            <a:cxnLst/>
            <a:rect l="l" t="t" r="r" b="b"/>
            <a:pathLst>
              <a:path w="2444580" h="2750180">
                <a:moveTo>
                  <a:pt x="0" y="0"/>
                </a:moveTo>
                <a:lnTo>
                  <a:pt x="2444580" y="0"/>
                </a:lnTo>
                <a:lnTo>
                  <a:pt x="2444580" y="2750180"/>
                </a:lnTo>
                <a:lnTo>
                  <a:pt x="0" y="2750180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l="-6250" r="-625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9"/>
          <p:cNvSpPr/>
          <p:nvPr/>
        </p:nvSpPr>
        <p:spPr>
          <a:xfrm>
            <a:off x="4005390" y="39051"/>
            <a:ext cx="1352677" cy="694374"/>
          </a:xfrm>
          <a:custGeom>
            <a:avLst/>
            <a:gdLst/>
            <a:ahLst/>
            <a:cxnLst/>
            <a:rect l="l" t="t" r="r" b="b"/>
            <a:pathLst>
              <a:path w="1352677" h="694374">
                <a:moveTo>
                  <a:pt x="0" y="0"/>
                </a:moveTo>
                <a:lnTo>
                  <a:pt x="1352676" y="0"/>
                </a:lnTo>
                <a:lnTo>
                  <a:pt x="1352676" y="694374"/>
                </a:lnTo>
                <a:lnTo>
                  <a:pt x="0" y="69437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40"/>
          <p:cNvSpPr/>
          <p:nvPr/>
        </p:nvSpPr>
        <p:spPr>
          <a:xfrm>
            <a:off x="7635317" y="549387"/>
            <a:ext cx="1718584" cy="1970647"/>
          </a:xfrm>
          <a:custGeom>
            <a:avLst/>
            <a:gdLst/>
            <a:ahLst/>
            <a:cxnLst/>
            <a:rect l="l" t="t" r="r" b="b"/>
            <a:pathLst>
              <a:path w="1718584" h="1970647">
                <a:moveTo>
                  <a:pt x="0" y="0"/>
                </a:moveTo>
                <a:lnTo>
                  <a:pt x="1718585" y="0"/>
                </a:lnTo>
                <a:lnTo>
                  <a:pt x="1718585" y="1970646"/>
                </a:lnTo>
                <a:lnTo>
                  <a:pt x="0" y="1970646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t="-24626" r="-1434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288230" y="269694"/>
            <a:ext cx="1811231" cy="2264038"/>
          </a:xfrm>
          <a:custGeom>
            <a:avLst/>
            <a:gdLst/>
            <a:ahLst/>
            <a:cxnLst/>
            <a:rect l="l" t="t" r="r" b="b"/>
            <a:pathLst>
              <a:path w="1811231" h="2264038">
                <a:moveTo>
                  <a:pt x="0" y="0"/>
                </a:moveTo>
                <a:lnTo>
                  <a:pt x="1811230" y="0"/>
                </a:lnTo>
                <a:lnTo>
                  <a:pt x="1811230" y="2264038"/>
                </a:lnTo>
                <a:lnTo>
                  <a:pt x="0" y="2264038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Freeform 42"/>
          <p:cNvSpPr/>
          <p:nvPr/>
        </p:nvSpPr>
        <p:spPr>
          <a:xfrm>
            <a:off x="1762735" y="2009775"/>
            <a:ext cx="1514475" cy="190500"/>
          </a:xfrm>
          <a:custGeom>
            <a:avLst/>
            <a:gdLst/>
            <a:ahLst/>
            <a:cxnLst/>
            <a:rect l="l" t="t" r="r" b="b"/>
            <a:pathLst>
              <a:path w="1514475" h="190500">
                <a:moveTo>
                  <a:pt x="0" y="0"/>
                </a:moveTo>
                <a:lnTo>
                  <a:pt x="1514475" y="0"/>
                </a:lnTo>
                <a:lnTo>
                  <a:pt x="1514475" y="190500"/>
                </a:lnTo>
                <a:lnTo>
                  <a:pt x="0" y="1905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3" name="Group 43"/>
          <p:cNvGrpSpPr/>
          <p:nvPr/>
        </p:nvGrpSpPr>
        <p:grpSpPr>
          <a:xfrm>
            <a:off x="4904842" y="9530207"/>
            <a:ext cx="4615775" cy="1997580"/>
            <a:chOff x="0" y="0"/>
            <a:chExt cx="6154366" cy="2663439"/>
          </a:xfrm>
        </p:grpSpPr>
        <p:sp>
          <p:nvSpPr>
            <p:cNvPr id="44" name="Freeform 44"/>
            <p:cNvSpPr/>
            <p:nvPr/>
          </p:nvSpPr>
          <p:spPr>
            <a:xfrm>
              <a:off x="1283732" y="0"/>
              <a:ext cx="2222379" cy="2663439"/>
            </a:xfrm>
            <a:custGeom>
              <a:avLst/>
              <a:gdLst/>
              <a:ahLst/>
              <a:cxnLst/>
              <a:rect l="l" t="t" r="r" b="b"/>
              <a:pathLst>
                <a:path w="2222379" h="2663439">
                  <a:moveTo>
                    <a:pt x="0" y="0"/>
                  </a:moveTo>
                  <a:lnTo>
                    <a:pt x="2222380" y="0"/>
                  </a:lnTo>
                  <a:lnTo>
                    <a:pt x="2222380" y="2663439"/>
                  </a:lnTo>
                  <a:lnTo>
                    <a:pt x="0" y="266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 t="-2139" b="-213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0" y="5732"/>
              <a:ext cx="2116236" cy="2645295"/>
            </a:xfrm>
            <a:custGeom>
              <a:avLst/>
              <a:gdLst/>
              <a:ahLst/>
              <a:cxnLst/>
              <a:rect l="l" t="t" r="r" b="b"/>
              <a:pathLst>
                <a:path w="2116236" h="2645295">
                  <a:moveTo>
                    <a:pt x="0" y="0"/>
                  </a:moveTo>
                  <a:lnTo>
                    <a:pt x="2116236" y="0"/>
                  </a:lnTo>
                  <a:lnTo>
                    <a:pt x="2116236" y="2645295"/>
                  </a:lnTo>
                  <a:lnTo>
                    <a:pt x="0" y="26452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4066652" y="513160"/>
              <a:ext cx="2087714" cy="2132135"/>
            </a:xfrm>
            <a:custGeom>
              <a:avLst/>
              <a:gdLst/>
              <a:ahLst/>
              <a:cxnLst/>
              <a:rect l="l" t="t" r="r" b="b"/>
              <a:pathLst>
                <a:path w="2087714" h="2132135">
                  <a:moveTo>
                    <a:pt x="0" y="0"/>
                  </a:moveTo>
                  <a:lnTo>
                    <a:pt x="2087714" y="0"/>
                  </a:lnTo>
                  <a:lnTo>
                    <a:pt x="2087714" y="2132135"/>
                  </a:lnTo>
                  <a:lnTo>
                    <a:pt x="0" y="21321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>
                <a:fillRect t="-2239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2702798" y="614863"/>
              <a:ext cx="2080038" cy="2036164"/>
            </a:xfrm>
            <a:custGeom>
              <a:avLst/>
              <a:gdLst/>
              <a:ahLst/>
              <a:cxnLst/>
              <a:rect l="l" t="t" r="r" b="b"/>
              <a:pathLst>
                <a:path w="2080038" h="2036164">
                  <a:moveTo>
                    <a:pt x="0" y="0"/>
                  </a:moveTo>
                  <a:lnTo>
                    <a:pt x="2080038" y="0"/>
                  </a:lnTo>
                  <a:lnTo>
                    <a:pt x="2080038" y="2036164"/>
                  </a:lnTo>
                  <a:lnTo>
                    <a:pt x="0" y="20361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>
                <a:fillRect t="-2769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931213" y="7551094"/>
            <a:ext cx="4358392" cy="526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043"/>
              </a:lnSpc>
            </a:pPr>
            <a:r>
              <a:rPr lang="th-TH" sz="3676" b="1" dirty="0">
                <a:solidFill>
                  <a:srgbClr val="9F42E6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มีสติ ไม่</a:t>
            </a:r>
            <a:r>
              <a:rPr lang="en-US" sz="3676" b="1" dirty="0" err="1">
                <a:solidFill>
                  <a:srgbClr val="9F42E6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โยนไม้</a:t>
            </a:r>
            <a:r>
              <a:rPr lang="en-US" sz="3676" b="1" dirty="0">
                <a:solidFill>
                  <a:srgbClr val="9F42E6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 </a:t>
            </a:r>
            <a:r>
              <a:rPr lang="th-TH" sz="3676" b="1" u="sng" dirty="0">
                <a:solidFill>
                  <a:srgbClr val="9F42E6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ไม่หัวร้อน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931213" y="8229600"/>
            <a:ext cx="4441012" cy="1089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64"/>
              </a:lnSpc>
              <a:spcAft>
                <a:spcPts val="600"/>
              </a:spcAft>
            </a:pPr>
            <a:r>
              <a:rPr lang="th-TH" sz="1760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ทุกการตีเป็นการเปิดข้อมูลทีมศัตรู </a:t>
            </a:r>
            <a:endParaRPr lang="en-US" sz="1760" dirty="0">
              <a:solidFill>
                <a:srgbClr val="FFFFFF"/>
              </a:solidFill>
              <a:latin typeface="Anantason Condensed"/>
              <a:ea typeface="Anantason Condensed"/>
              <a:cs typeface="Anantason Condensed"/>
              <a:sym typeface="Anantason Condensed"/>
            </a:endParaRPr>
          </a:p>
          <a:p>
            <a:pPr>
              <a:lnSpc>
                <a:spcPts val="2464"/>
              </a:lnSpc>
              <a:spcAft>
                <a:spcPts val="300"/>
              </a:spcAft>
            </a:pPr>
            <a:r>
              <a:rPr lang="en-US" sz="24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•</a:t>
            </a:r>
            <a:r>
              <a:rPr lang="en-US" sz="176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th-TH" sz="176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ไม่ตีทีมเดิมเกิน 2 ไม้</a:t>
            </a:r>
            <a:endParaRPr lang="en-US" sz="1760" b="1" dirty="0">
              <a:solidFill>
                <a:srgbClr val="FF0000"/>
              </a:solidFill>
              <a:latin typeface="Anantason Condensed Bold" panose="020B0604020202020204" charset="-34"/>
              <a:ea typeface="Anantason Condensed Bold"/>
              <a:cs typeface="Anantason Condensed Bold" panose="020B0604020202020204" charset="-34"/>
              <a:sym typeface="Anantason Condensed Bold"/>
            </a:endParaRPr>
          </a:p>
          <a:p>
            <a:pPr>
              <a:lnSpc>
                <a:spcPts val="2464"/>
              </a:lnSpc>
              <a:spcAft>
                <a:spcPts val="300"/>
              </a:spcAft>
            </a:pPr>
            <a:r>
              <a:rPr lang="en-US" sz="24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•</a:t>
            </a:r>
            <a:r>
              <a:rPr lang="en-US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th-TH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บ้านไหน</a:t>
            </a:r>
            <a:r>
              <a:rPr lang="en-US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แพ้เกิน 5 </a:t>
            </a:r>
            <a:r>
              <a:rPr lang="en-US" b="1" dirty="0" err="1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ไม้</a:t>
            </a:r>
            <a:r>
              <a:rPr lang="th-TH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ให้แจ้งและ</a:t>
            </a:r>
            <a:r>
              <a:rPr lang="th-TH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"/>
              </a:rPr>
              <a:t>เลี้ยวไปตีบ้านอื่น</a:t>
            </a:r>
            <a:endParaRPr lang="en-US" b="1" dirty="0">
              <a:solidFill>
                <a:srgbClr val="FF0000"/>
              </a:solidFill>
              <a:latin typeface="Anantason Condensed Bold" panose="020B0604020202020204" charset="-34"/>
              <a:ea typeface="Anantason Condensed"/>
              <a:cs typeface="Anantason Condensed Bold" panose="020B0604020202020204" charset="-34"/>
              <a:sym typeface="Anantason Condensed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931213" y="10534055"/>
            <a:ext cx="3326587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7"/>
              </a:lnSpc>
              <a:spcBef>
                <a:spcPts val="600"/>
              </a:spcBef>
            </a:pPr>
            <a:r>
              <a:rPr lang="en-US" dirty="0" err="1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ปรึกษาทีม</a:t>
            </a:r>
            <a:r>
              <a:rPr lang="th-TH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ตี</a:t>
            </a:r>
            <a:r>
              <a:rPr lang="en-US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</a:t>
            </a:r>
            <a:r>
              <a:rPr lang="th-TH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หรือดู</a:t>
            </a:r>
            <a:r>
              <a:rPr lang="en-US" dirty="0" err="1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แนว</a:t>
            </a:r>
            <a:r>
              <a:rPr lang="th-TH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การตีได้ในโน๊ต </a:t>
            </a:r>
          </a:p>
          <a:p>
            <a:pPr algn="l">
              <a:lnSpc>
                <a:spcPts val="2407"/>
              </a:lnSpc>
              <a:spcBef>
                <a:spcPts val="600"/>
              </a:spcBef>
            </a:pPr>
            <a:r>
              <a:rPr lang="en-US" dirty="0" err="1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เก็บบ้านบอทไว้ตีทีหลัง</a:t>
            </a:r>
            <a:endParaRPr lang="en-US" dirty="0">
              <a:solidFill>
                <a:srgbClr val="FFFFFF"/>
              </a:solidFill>
              <a:latin typeface="Anantason Condensed"/>
              <a:ea typeface="Anantason Condensed"/>
              <a:cs typeface="Anantason Condensed"/>
              <a:sym typeface="Anantason Condensed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1931213" y="9840605"/>
            <a:ext cx="2155546" cy="5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2"/>
              </a:lnSpc>
            </a:pPr>
            <a:r>
              <a:rPr lang="en-US" sz="3602" b="1">
                <a:solidFill>
                  <a:srgbClr val="489F5B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กลยุทธ์ทีมบุก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200400" y="749290"/>
            <a:ext cx="3408883" cy="1256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>
                <a:solidFill>
                  <a:srgbClr val="FFFFFF"/>
                </a:solidFill>
                <a:latin typeface="Anantason ExtraCondensed Bold"/>
                <a:ea typeface="Anantason ExtraCondensed Bold"/>
                <a:cs typeface="Anantason ExtraCondensed Bold"/>
                <a:sym typeface="Anantason ExtraCondensed Bold"/>
              </a:rPr>
              <a:t>OWHY</a:t>
            </a:r>
            <a:r>
              <a:rPr lang="ja-JP" altLang="en-US" sz="6999" b="1" dirty="0">
                <a:solidFill>
                  <a:srgbClr val="FFFFFF"/>
                </a:solidFill>
                <a:latin typeface="Anantason ExtraCondensed Bold"/>
                <a:ea typeface="Anantason ExtraCondensed Bold"/>
                <a:cs typeface="Anantason ExtraCondensed Bold"/>
                <a:sym typeface="Anantason ExtraCondensed Bold"/>
              </a:rPr>
              <a:t>ツ</a:t>
            </a:r>
            <a:endParaRPr lang="en-US" sz="6999" b="1" dirty="0">
              <a:solidFill>
                <a:srgbClr val="FFFFFF"/>
              </a:solidFill>
              <a:latin typeface="Anantason ExtraCondensed Bold"/>
              <a:ea typeface="Anantason ExtraCondensed Bold"/>
              <a:cs typeface="Anantason ExtraCondensed Bold"/>
              <a:sym typeface="Anantason ExtraCondensed Bold"/>
            </a:endParaRPr>
          </a:p>
        </p:txBody>
      </p:sp>
      <p:sp>
        <p:nvSpPr>
          <p:cNvPr id="58" name="TextBox 58"/>
          <p:cNvSpPr txBox="1"/>
          <p:nvPr/>
        </p:nvSpPr>
        <p:spPr>
          <a:xfrm>
            <a:off x="3335731" y="1962150"/>
            <a:ext cx="3082138" cy="349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2006" b="1" spc="401" dirty="0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GUILD WAR RULES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931213" y="2837024"/>
            <a:ext cx="2691994" cy="6304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3677" b="1">
                <a:solidFill>
                  <a:srgbClr val="FF5757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ตีบ้านตาม Mark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931213" y="5056724"/>
            <a:ext cx="2691994" cy="1027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3"/>
              </a:lnSpc>
            </a:pPr>
            <a:r>
              <a:rPr lang="en-US" sz="3676" b="1" dirty="0" err="1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วางทีมกันบ้าน</a:t>
            </a:r>
            <a:endParaRPr lang="en-US" sz="3676" b="1" dirty="0">
              <a:solidFill>
                <a:srgbClr val="91C0FF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  <a:p>
            <a:pPr algn="l">
              <a:lnSpc>
                <a:spcPts val="4043"/>
              </a:lnSpc>
            </a:pPr>
            <a:r>
              <a:rPr lang="en-US" sz="3676" b="1" dirty="0" err="1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วันพุธ</a:t>
            </a:r>
            <a:r>
              <a:rPr lang="en-US" sz="3676" b="1" dirty="0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 - </a:t>
            </a:r>
            <a:r>
              <a:rPr lang="en-US" sz="3676" b="1" dirty="0" err="1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พฤหัส</a:t>
            </a:r>
            <a:endParaRPr lang="en-US" sz="3676" b="1" dirty="0">
              <a:solidFill>
                <a:srgbClr val="91C0FF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61" name="TextBox 61"/>
          <p:cNvSpPr txBox="1"/>
          <p:nvPr/>
        </p:nvSpPr>
        <p:spPr>
          <a:xfrm>
            <a:off x="1931213" y="6276090"/>
            <a:ext cx="2750515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3"/>
              </a:lnSpc>
            </a:pPr>
            <a:r>
              <a:rPr lang="en-US" sz="1802" b="1" dirty="0" err="1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วางทีมตามคำแนะนำ</a:t>
            </a:r>
            <a:r>
              <a:rPr lang="en-US" sz="1802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 </a:t>
            </a:r>
            <a:r>
              <a:rPr lang="th-TH" sz="1802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และดูแนว</a:t>
            </a:r>
          </a:p>
          <a:p>
            <a:pPr algn="l">
              <a:lnSpc>
                <a:spcPts val="2523"/>
              </a:lnSpc>
              <a:spcBef>
                <a:spcPts val="600"/>
              </a:spcBef>
            </a:pPr>
            <a:r>
              <a:rPr lang="th-TH" sz="1802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ทางการจัดทีมได้ในโน๊ต</a:t>
            </a:r>
            <a:endParaRPr lang="en-US" sz="1802" dirty="0">
              <a:solidFill>
                <a:srgbClr val="FFFFFF"/>
              </a:solidFill>
              <a:latin typeface="Anantason Condensed"/>
              <a:ea typeface="Anantason Condensed"/>
              <a:cs typeface="Anantason Condensed"/>
              <a:sym typeface="Anantason Condensed"/>
            </a:endParaRPr>
          </a:p>
        </p:txBody>
      </p:sp>
      <p:sp>
        <p:nvSpPr>
          <p:cNvPr id="62" name="TextBox 62"/>
          <p:cNvSpPr txBox="1"/>
          <p:nvPr/>
        </p:nvSpPr>
        <p:spPr>
          <a:xfrm>
            <a:off x="1931212" y="11903492"/>
            <a:ext cx="5193489" cy="5232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62"/>
              </a:lnSpc>
            </a:pPr>
            <a:r>
              <a:rPr lang="en-US" sz="3602" b="1" dirty="0">
                <a:solidFill>
                  <a:srgbClr val="FFBD59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แจ้ง</a:t>
            </a:r>
            <a:r>
              <a:rPr lang="th-TH" sz="3602" b="1" dirty="0">
                <a:solidFill>
                  <a:srgbClr val="FFBD59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ค่า </a:t>
            </a:r>
            <a:r>
              <a:rPr lang="en-US" sz="3602" b="1" dirty="0">
                <a:solidFill>
                  <a:srgbClr val="FFBD59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Speed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931213" y="12579045"/>
            <a:ext cx="5890540" cy="679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05"/>
              </a:lnSpc>
              <a:spcAft>
                <a:spcPts val="500"/>
              </a:spcAft>
            </a:pPr>
            <a:r>
              <a:rPr lang="th-TH" sz="1717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หากบุกแพ้ ให้แจ้งค่า </a:t>
            </a:r>
            <a:r>
              <a:rPr lang="en-US" sz="1717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Speed</a:t>
            </a:r>
            <a:r>
              <a:rPr lang="th-TH" sz="1717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 ทีมบุก </a:t>
            </a:r>
            <a:r>
              <a:rPr lang="en-US" sz="1717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+</a:t>
            </a:r>
            <a:r>
              <a:rPr lang="th-TH" sz="1717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 ทีมป้องกันศัตรูในไลน์ </a:t>
            </a:r>
          </a:p>
          <a:p>
            <a:pPr>
              <a:lnSpc>
                <a:spcPts val="2405"/>
              </a:lnSpc>
              <a:spcAft>
                <a:spcPts val="500"/>
              </a:spcAft>
            </a:pPr>
            <a:r>
              <a:rPr lang="th-TH" sz="1717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เพื่อให้คนถัดไปเลือกทีมแก้ทางและเพิ่มโอกาสชนะ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931213" y="3752007"/>
            <a:ext cx="2831577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1"/>
              </a:lnSpc>
            </a:pPr>
            <a:r>
              <a:rPr lang="th-TH" sz="1865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ตีตามแผน และตีครบ 5 ไม้</a:t>
            </a:r>
          </a:p>
          <a:p>
            <a:pPr algn="l">
              <a:lnSpc>
                <a:spcPts val="2611"/>
              </a:lnSpc>
              <a:spcBef>
                <a:spcPts val="600"/>
              </a:spcBef>
            </a:pPr>
            <a:r>
              <a:rPr lang="th-TH" sz="1865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ก่อนวันเสาร์ 5 ทุ่ม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2652979" y="14106925"/>
            <a:ext cx="4447642" cy="19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162" b="1" spc="232" dirty="0">
                <a:solidFill>
                  <a:srgbClr val="FFBD59"/>
                </a:solidFill>
                <a:latin typeface="Prompt Medium"/>
                <a:ea typeface="Prompt Medium"/>
                <a:cs typeface="Prompt Medium"/>
                <a:sym typeface="Prompt Medium"/>
              </a:rPr>
              <a:t>FIGHT TOGETHER. WIN TOGETHER.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E2211233-5BF7-331A-394A-7989B73639C8}"/>
              </a:ext>
            </a:extLst>
          </p:cNvPr>
          <p:cNvPicPr>
            <a:picLocks noChangeAspect="1"/>
          </p:cNvPicPr>
          <p:nvPr/>
        </p:nvPicPr>
        <p:blipFill>
          <a:blip r:embed="rId40"/>
          <a:srcRect/>
          <a:stretch>
            <a:fillRect/>
          </a:stretch>
        </p:blipFill>
        <p:spPr>
          <a:xfrm flipH="1">
            <a:off x="7783829" y="7467600"/>
            <a:ext cx="1893571" cy="1876927"/>
          </a:xfrm>
          <a:prstGeom prst="rect">
            <a:avLst/>
          </a:prstGeom>
        </p:spPr>
      </p:pic>
      <p:grpSp>
        <p:nvGrpSpPr>
          <p:cNvPr id="74" name="Group 73">
            <a:extLst>
              <a:ext uri="{FF2B5EF4-FFF2-40B4-BE49-F238E27FC236}">
                <a16:creationId xmlns:a16="http://schemas.microsoft.com/office/drawing/2014/main" id="{723547A9-AAB4-3C4A-40D6-76EF34C482D0}"/>
              </a:ext>
            </a:extLst>
          </p:cNvPr>
          <p:cNvGrpSpPr/>
          <p:nvPr/>
        </p:nvGrpSpPr>
        <p:grpSpPr>
          <a:xfrm flipH="1">
            <a:off x="6269353" y="8709573"/>
            <a:ext cx="1514476" cy="559250"/>
            <a:chOff x="0" y="0"/>
            <a:chExt cx="1848485" cy="682589"/>
          </a:xfrm>
        </p:grpSpPr>
        <p:sp>
          <p:nvSpPr>
            <p:cNvPr id="75" name="Freeform 49">
              <a:extLst>
                <a:ext uri="{FF2B5EF4-FFF2-40B4-BE49-F238E27FC236}">
                  <a16:creationId xmlns:a16="http://schemas.microsoft.com/office/drawing/2014/main" id="{B82D7AC2-799B-EF75-172B-6FB5E49B8666}"/>
                </a:ext>
              </a:extLst>
            </p:cNvPr>
            <p:cNvSpPr/>
            <p:nvPr/>
          </p:nvSpPr>
          <p:spPr>
            <a:xfrm flipH="1">
              <a:off x="0" y="0"/>
              <a:ext cx="593555" cy="682589"/>
            </a:xfrm>
            <a:custGeom>
              <a:avLst/>
              <a:gdLst/>
              <a:ahLst/>
              <a:cxnLst/>
              <a:rect l="l" t="t" r="r" b="b"/>
              <a:pathLst>
                <a:path w="593555" h="682589">
                  <a:moveTo>
                    <a:pt x="593555" y="0"/>
                  </a:moveTo>
                  <a:lnTo>
                    <a:pt x="0" y="0"/>
                  </a:lnTo>
                  <a:lnTo>
                    <a:pt x="0" y="682589"/>
                  </a:lnTo>
                  <a:lnTo>
                    <a:pt x="593555" y="682589"/>
                  </a:lnTo>
                  <a:lnTo>
                    <a:pt x="593555" y="0"/>
                  </a:lnTo>
                  <a:close/>
                </a:path>
              </a:pathLst>
            </a:custGeom>
            <a:blipFill>
              <a:blip r:embed="rId41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50">
              <a:extLst>
                <a:ext uri="{FF2B5EF4-FFF2-40B4-BE49-F238E27FC236}">
                  <a16:creationId xmlns:a16="http://schemas.microsoft.com/office/drawing/2014/main" id="{BE4CE56E-1AF5-811F-C67B-9877701EEFD1}"/>
                </a:ext>
              </a:extLst>
            </p:cNvPr>
            <p:cNvSpPr/>
            <p:nvPr/>
          </p:nvSpPr>
          <p:spPr>
            <a:xfrm flipH="1">
              <a:off x="658701" y="36510"/>
              <a:ext cx="561807" cy="646078"/>
            </a:xfrm>
            <a:custGeom>
              <a:avLst/>
              <a:gdLst/>
              <a:ahLst/>
              <a:cxnLst/>
              <a:rect l="l" t="t" r="r" b="b"/>
              <a:pathLst>
                <a:path w="561807" h="646078">
                  <a:moveTo>
                    <a:pt x="561807" y="0"/>
                  </a:moveTo>
                  <a:lnTo>
                    <a:pt x="0" y="0"/>
                  </a:lnTo>
                  <a:lnTo>
                    <a:pt x="0" y="646079"/>
                  </a:lnTo>
                  <a:lnTo>
                    <a:pt x="561807" y="646079"/>
                  </a:lnTo>
                  <a:lnTo>
                    <a:pt x="561807" y="0"/>
                  </a:lnTo>
                  <a:close/>
                </a:path>
              </a:pathLst>
            </a:custGeom>
            <a:blipFill>
              <a:blip r:embed="rId4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51">
              <a:extLst>
                <a:ext uri="{FF2B5EF4-FFF2-40B4-BE49-F238E27FC236}">
                  <a16:creationId xmlns:a16="http://schemas.microsoft.com/office/drawing/2014/main" id="{EB96AF9C-4C40-FC7A-6ABA-23290E29328E}"/>
                </a:ext>
              </a:extLst>
            </p:cNvPr>
            <p:cNvSpPr/>
            <p:nvPr/>
          </p:nvSpPr>
          <p:spPr>
            <a:xfrm flipH="1">
              <a:off x="1286678" y="36510"/>
              <a:ext cx="561807" cy="646078"/>
            </a:xfrm>
            <a:custGeom>
              <a:avLst/>
              <a:gdLst/>
              <a:ahLst/>
              <a:cxnLst/>
              <a:rect l="l" t="t" r="r" b="b"/>
              <a:pathLst>
                <a:path w="561807" h="646078">
                  <a:moveTo>
                    <a:pt x="561807" y="0"/>
                  </a:moveTo>
                  <a:lnTo>
                    <a:pt x="0" y="0"/>
                  </a:lnTo>
                  <a:lnTo>
                    <a:pt x="0" y="646079"/>
                  </a:lnTo>
                  <a:lnTo>
                    <a:pt x="561807" y="646079"/>
                  </a:lnTo>
                  <a:lnTo>
                    <a:pt x="561807" y="0"/>
                  </a:lnTo>
                  <a:close/>
                </a:path>
              </a:pathLst>
            </a:custGeom>
            <a:blipFill>
              <a:blip r:embed="rId4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14644701"/>
          </a:xfrm>
          <a:custGeom>
            <a:avLst/>
            <a:gdLst/>
            <a:ahLst/>
            <a:cxnLst/>
            <a:rect l="l" t="t" r="r" b="b"/>
            <a:pathLst>
              <a:path w="9753600" h="14644701">
                <a:moveTo>
                  <a:pt x="0" y="0"/>
                </a:moveTo>
                <a:lnTo>
                  <a:pt x="9753600" y="0"/>
                </a:lnTo>
                <a:lnTo>
                  <a:pt x="9753600" y="14644701"/>
                </a:lnTo>
                <a:lnTo>
                  <a:pt x="0" y="146447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Freeform 9"/>
          <p:cNvSpPr/>
          <p:nvPr/>
        </p:nvSpPr>
        <p:spPr>
          <a:xfrm>
            <a:off x="185919" y="2374043"/>
            <a:ext cx="9381762" cy="2388345"/>
          </a:xfrm>
          <a:custGeom>
            <a:avLst/>
            <a:gdLst/>
            <a:ahLst/>
            <a:cxnLst/>
            <a:rect l="l" t="t" r="r" b="b"/>
            <a:pathLst>
              <a:path w="9381762" h="2388345">
                <a:moveTo>
                  <a:pt x="0" y="0"/>
                </a:moveTo>
                <a:lnTo>
                  <a:pt x="9381762" y="0"/>
                </a:lnTo>
                <a:lnTo>
                  <a:pt x="9381762" y="2388345"/>
                </a:lnTo>
                <a:lnTo>
                  <a:pt x="0" y="23883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duotone>
                <a:prstClr val="black"/>
                <a:srgbClr val="FFFF00">
                  <a:tint val="45000"/>
                  <a:satMod val="400000"/>
                </a:srgbClr>
              </a:duotone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0" name="TextBox 10"/>
          <p:cNvSpPr txBox="1"/>
          <p:nvPr/>
        </p:nvSpPr>
        <p:spPr>
          <a:xfrm>
            <a:off x="550650" y="2836942"/>
            <a:ext cx="656291" cy="927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46"/>
              </a:lnSpc>
            </a:pPr>
            <a:r>
              <a:rPr lang="th-TH" sz="6500" b="1" spc="-141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0</a:t>
            </a:r>
            <a:r>
              <a:rPr lang="en-US" sz="6500" b="1" spc="-141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1</a:t>
            </a:r>
          </a:p>
        </p:txBody>
      </p:sp>
      <p:sp>
        <p:nvSpPr>
          <p:cNvPr id="11" name="Freeform 11"/>
          <p:cNvSpPr/>
          <p:nvPr/>
        </p:nvSpPr>
        <p:spPr>
          <a:xfrm>
            <a:off x="371838" y="3661175"/>
            <a:ext cx="1129816" cy="915294"/>
          </a:xfrm>
          <a:custGeom>
            <a:avLst/>
            <a:gdLst/>
            <a:ahLst/>
            <a:cxnLst/>
            <a:rect l="l" t="t" r="r" b="b"/>
            <a:pathLst>
              <a:path w="1129816" h="915294">
                <a:moveTo>
                  <a:pt x="0" y="0"/>
                </a:moveTo>
                <a:lnTo>
                  <a:pt x="1129816" y="0"/>
                </a:lnTo>
                <a:lnTo>
                  <a:pt x="1129816" y="915294"/>
                </a:lnTo>
                <a:lnTo>
                  <a:pt x="0" y="9152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duotone>
                <a:prstClr val="black"/>
                <a:srgbClr val="FFFF00">
                  <a:tint val="45000"/>
                  <a:satMod val="400000"/>
                </a:srgbClr>
              </a:duotone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185919" y="4793680"/>
            <a:ext cx="9381762" cy="2528671"/>
          </a:xfrm>
          <a:custGeom>
            <a:avLst/>
            <a:gdLst/>
            <a:ahLst/>
            <a:cxnLst/>
            <a:rect l="l" t="t" r="r" b="b"/>
            <a:pathLst>
              <a:path w="9381762" h="2574264">
                <a:moveTo>
                  <a:pt x="0" y="0"/>
                </a:moveTo>
                <a:lnTo>
                  <a:pt x="9381762" y="0"/>
                </a:lnTo>
                <a:lnTo>
                  <a:pt x="9381762" y="2574264"/>
                </a:lnTo>
                <a:lnTo>
                  <a:pt x="0" y="25742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549695" y="5198650"/>
            <a:ext cx="751715" cy="856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3"/>
              </a:lnSpc>
            </a:pPr>
            <a:r>
              <a:rPr lang="th-TH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0</a:t>
            </a:r>
            <a:r>
              <a:rPr lang="en-US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2</a:t>
            </a:r>
          </a:p>
        </p:txBody>
      </p:sp>
      <p:sp>
        <p:nvSpPr>
          <p:cNvPr id="18" name="Freeform 18"/>
          <p:cNvSpPr/>
          <p:nvPr/>
        </p:nvSpPr>
        <p:spPr>
          <a:xfrm>
            <a:off x="371838" y="5849300"/>
            <a:ext cx="943897" cy="1115514"/>
          </a:xfrm>
          <a:custGeom>
            <a:avLst/>
            <a:gdLst/>
            <a:ahLst/>
            <a:cxnLst/>
            <a:rect l="l" t="t" r="r" b="b"/>
            <a:pathLst>
              <a:path w="943897" h="1115514">
                <a:moveTo>
                  <a:pt x="0" y="0"/>
                </a:moveTo>
                <a:lnTo>
                  <a:pt x="943897" y="0"/>
                </a:lnTo>
                <a:lnTo>
                  <a:pt x="943897" y="1115514"/>
                </a:lnTo>
                <a:lnTo>
                  <a:pt x="0" y="11155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85919" y="7136432"/>
            <a:ext cx="9381762" cy="2388345"/>
          </a:xfrm>
          <a:custGeom>
            <a:avLst/>
            <a:gdLst/>
            <a:ahLst/>
            <a:cxnLst/>
            <a:rect l="l" t="t" r="r" b="b"/>
            <a:pathLst>
              <a:path w="9381762" h="2388345">
                <a:moveTo>
                  <a:pt x="0" y="0"/>
                </a:moveTo>
                <a:lnTo>
                  <a:pt x="9381762" y="0"/>
                </a:lnTo>
                <a:lnTo>
                  <a:pt x="9381762" y="2388345"/>
                </a:lnTo>
                <a:lnTo>
                  <a:pt x="0" y="238834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549695" y="7515488"/>
            <a:ext cx="751715" cy="856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3"/>
              </a:lnSpc>
            </a:pPr>
            <a:r>
              <a:rPr lang="th-TH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0</a:t>
            </a:r>
            <a:r>
              <a:rPr lang="en-US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3</a:t>
            </a:r>
          </a:p>
        </p:txBody>
      </p:sp>
      <p:sp>
        <p:nvSpPr>
          <p:cNvPr id="24" name="Freeform 24"/>
          <p:cNvSpPr/>
          <p:nvPr/>
        </p:nvSpPr>
        <p:spPr>
          <a:xfrm>
            <a:off x="371838" y="8237645"/>
            <a:ext cx="1129816" cy="915294"/>
          </a:xfrm>
          <a:custGeom>
            <a:avLst/>
            <a:gdLst/>
            <a:ahLst/>
            <a:cxnLst/>
            <a:rect l="l" t="t" r="r" b="b"/>
            <a:pathLst>
              <a:path w="1129816" h="915294">
                <a:moveTo>
                  <a:pt x="0" y="0"/>
                </a:moveTo>
                <a:lnTo>
                  <a:pt x="1129816" y="0"/>
                </a:lnTo>
                <a:lnTo>
                  <a:pt x="1129816" y="915293"/>
                </a:lnTo>
                <a:lnTo>
                  <a:pt x="0" y="9152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85919" y="9510475"/>
            <a:ext cx="9381762" cy="2216727"/>
          </a:xfrm>
          <a:custGeom>
            <a:avLst/>
            <a:gdLst/>
            <a:ahLst/>
            <a:cxnLst/>
            <a:rect l="l" t="t" r="r" b="b"/>
            <a:pathLst>
              <a:path w="9381762" h="2216727">
                <a:moveTo>
                  <a:pt x="0" y="0"/>
                </a:moveTo>
                <a:lnTo>
                  <a:pt x="9381762" y="0"/>
                </a:lnTo>
                <a:lnTo>
                  <a:pt x="9381762" y="2216727"/>
                </a:lnTo>
                <a:lnTo>
                  <a:pt x="0" y="221672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duotone>
                <a:prstClr val="black"/>
                <a:srgbClr val="FF0000">
                  <a:tint val="45000"/>
                  <a:satMod val="400000"/>
                </a:srgbClr>
              </a:duotone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549907" y="9853778"/>
            <a:ext cx="730561" cy="856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3"/>
              </a:lnSpc>
            </a:pPr>
            <a:r>
              <a:rPr lang="th-TH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0</a:t>
            </a:r>
            <a:r>
              <a:rPr lang="en-US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4</a:t>
            </a:r>
          </a:p>
        </p:txBody>
      </p:sp>
      <p:sp>
        <p:nvSpPr>
          <p:cNvPr id="33" name="Freeform 33"/>
          <p:cNvSpPr/>
          <p:nvPr/>
        </p:nvSpPr>
        <p:spPr>
          <a:xfrm>
            <a:off x="371838" y="10425769"/>
            <a:ext cx="943897" cy="929595"/>
          </a:xfrm>
          <a:custGeom>
            <a:avLst/>
            <a:gdLst/>
            <a:ahLst/>
            <a:cxnLst/>
            <a:rect l="l" t="t" r="r" b="b"/>
            <a:pathLst>
              <a:path w="943897" h="929595">
                <a:moveTo>
                  <a:pt x="0" y="0"/>
                </a:moveTo>
                <a:lnTo>
                  <a:pt x="943897" y="0"/>
                </a:lnTo>
                <a:lnTo>
                  <a:pt x="943897" y="929595"/>
                </a:lnTo>
                <a:lnTo>
                  <a:pt x="0" y="92959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duotone>
                <a:prstClr val="black"/>
                <a:schemeClr val="accent2">
                  <a:tint val="45000"/>
                  <a:satMod val="400000"/>
                </a:schemeClr>
              </a:duotone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39"/>
          <p:cNvSpPr/>
          <p:nvPr/>
        </p:nvSpPr>
        <p:spPr>
          <a:xfrm>
            <a:off x="185919" y="11526981"/>
            <a:ext cx="9381762" cy="2228359"/>
          </a:xfrm>
          <a:custGeom>
            <a:avLst/>
            <a:gdLst/>
            <a:ahLst/>
            <a:cxnLst/>
            <a:rect l="l" t="t" r="r" b="b"/>
            <a:pathLst>
              <a:path w="9381762" h="2202426">
                <a:moveTo>
                  <a:pt x="0" y="0"/>
                </a:moveTo>
                <a:lnTo>
                  <a:pt x="9381762" y="0"/>
                </a:lnTo>
                <a:lnTo>
                  <a:pt x="9381762" y="2202426"/>
                </a:lnTo>
                <a:lnTo>
                  <a:pt x="0" y="220242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duotone>
                <a:prstClr val="black"/>
                <a:srgbClr val="00B050">
                  <a:tint val="45000"/>
                  <a:satMod val="400000"/>
                </a:srgbClr>
              </a:duotone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40" name="TextBox 40"/>
          <p:cNvSpPr txBox="1"/>
          <p:nvPr/>
        </p:nvSpPr>
        <p:spPr>
          <a:xfrm>
            <a:off x="549695" y="11977545"/>
            <a:ext cx="751715" cy="856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63"/>
              </a:lnSpc>
            </a:pPr>
            <a:r>
              <a:rPr lang="th-TH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0</a:t>
            </a:r>
            <a:r>
              <a:rPr lang="en-US" sz="6500" b="1" spc="-125" dirty="0">
                <a:solidFill>
                  <a:srgbClr val="FFFFFF"/>
                </a:solidFill>
                <a:latin typeface="Adirek Sans Semi-Bold Italics" panose="020B0604020202020204" charset="-34"/>
                <a:ea typeface="Anantason UltraCondensed Semi-Bold Italics"/>
                <a:cs typeface="Adirek Sans Semi-Bold Italics" panose="020B0604020202020204" charset="-34"/>
                <a:sym typeface="Anantason UltraCondensed Semi-Bold Italics"/>
              </a:rPr>
              <a:t>5</a:t>
            </a:r>
          </a:p>
        </p:txBody>
      </p:sp>
      <p:sp>
        <p:nvSpPr>
          <p:cNvPr id="52" name="Freeform 39">
            <a:extLst>
              <a:ext uri="{FF2B5EF4-FFF2-40B4-BE49-F238E27FC236}">
                <a16:creationId xmlns:a16="http://schemas.microsoft.com/office/drawing/2014/main" id="{23DB4D1D-2948-2F39-218D-2FEF1E9DBB4F}"/>
              </a:ext>
            </a:extLst>
          </p:cNvPr>
          <p:cNvSpPr/>
          <p:nvPr/>
        </p:nvSpPr>
        <p:spPr>
          <a:xfrm>
            <a:off x="4228503" y="58571"/>
            <a:ext cx="1352677" cy="694374"/>
          </a:xfrm>
          <a:custGeom>
            <a:avLst/>
            <a:gdLst/>
            <a:ahLst/>
            <a:cxnLst/>
            <a:rect l="l" t="t" r="r" b="b"/>
            <a:pathLst>
              <a:path w="1352677" h="694374">
                <a:moveTo>
                  <a:pt x="0" y="0"/>
                </a:moveTo>
                <a:lnTo>
                  <a:pt x="1352676" y="0"/>
                </a:lnTo>
                <a:lnTo>
                  <a:pt x="1352676" y="694374"/>
                </a:lnTo>
                <a:lnTo>
                  <a:pt x="0" y="69437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4" name="TextBox 57">
            <a:extLst>
              <a:ext uri="{FF2B5EF4-FFF2-40B4-BE49-F238E27FC236}">
                <a16:creationId xmlns:a16="http://schemas.microsoft.com/office/drawing/2014/main" id="{5B7FB392-4CD4-6029-B53C-ADE4EF075D15}"/>
              </a:ext>
            </a:extLst>
          </p:cNvPr>
          <p:cNvSpPr txBox="1"/>
          <p:nvPr/>
        </p:nvSpPr>
        <p:spPr>
          <a:xfrm>
            <a:off x="3200400" y="749290"/>
            <a:ext cx="3408883" cy="1256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>
                <a:solidFill>
                  <a:srgbClr val="FFFFFF"/>
                </a:solidFill>
                <a:latin typeface="Anantason ExtraCondensed Bold"/>
                <a:ea typeface="Anantason ExtraCondensed Bold"/>
                <a:cs typeface="Anantason ExtraCondensed Bold"/>
                <a:sym typeface="Anantason ExtraCondensed Bold"/>
              </a:rPr>
              <a:t>OWHY</a:t>
            </a:r>
            <a:r>
              <a:rPr lang="ja-JP" altLang="en-US" sz="6999" b="1" dirty="0">
                <a:solidFill>
                  <a:srgbClr val="FFFFFF"/>
                </a:solidFill>
                <a:latin typeface="Anantason ExtraCondensed Bold"/>
                <a:ea typeface="Anantason ExtraCondensed Bold"/>
                <a:cs typeface="Anantason ExtraCondensed Bold"/>
                <a:sym typeface="Anantason ExtraCondensed Bold"/>
              </a:rPr>
              <a:t>ツ</a:t>
            </a:r>
            <a:endParaRPr lang="en-US" sz="6999" b="1" dirty="0">
              <a:solidFill>
                <a:srgbClr val="FFFFFF"/>
              </a:solidFill>
              <a:latin typeface="Anantason ExtraCondensed Bold"/>
              <a:ea typeface="Anantason ExtraCondensed Bold"/>
              <a:cs typeface="Anantason ExtraCondensed Bold"/>
              <a:sym typeface="Anantason ExtraCondensed Bold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C742F4-8651-7967-8374-64FB2B4B0568}"/>
              </a:ext>
            </a:extLst>
          </p:cNvPr>
          <p:cNvSpPr/>
          <p:nvPr/>
        </p:nvSpPr>
        <p:spPr>
          <a:xfrm>
            <a:off x="1905000" y="14097000"/>
            <a:ext cx="2895600" cy="228600"/>
          </a:xfrm>
          <a:prstGeom prst="rect">
            <a:avLst/>
          </a:prstGeom>
          <a:solidFill>
            <a:srgbClr val="00031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Pentagon 58">
            <a:extLst>
              <a:ext uri="{FF2B5EF4-FFF2-40B4-BE49-F238E27FC236}">
                <a16:creationId xmlns:a16="http://schemas.microsoft.com/office/drawing/2014/main" id="{438009EE-75FA-89FB-7AAD-44A0DD65FC63}"/>
              </a:ext>
            </a:extLst>
          </p:cNvPr>
          <p:cNvSpPr/>
          <p:nvPr/>
        </p:nvSpPr>
        <p:spPr>
          <a:xfrm flipH="1">
            <a:off x="4800600" y="14097000"/>
            <a:ext cx="3048000" cy="228600"/>
          </a:xfrm>
          <a:prstGeom prst="homePlate">
            <a:avLst/>
          </a:prstGeom>
          <a:solidFill>
            <a:srgbClr val="00031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59">
            <a:extLst>
              <a:ext uri="{FF2B5EF4-FFF2-40B4-BE49-F238E27FC236}">
                <a16:creationId xmlns:a16="http://schemas.microsoft.com/office/drawing/2014/main" id="{B506EE94-AD43-823E-C1BA-2C5949DD8F34}"/>
              </a:ext>
            </a:extLst>
          </p:cNvPr>
          <p:cNvSpPr txBox="1"/>
          <p:nvPr/>
        </p:nvSpPr>
        <p:spPr>
          <a:xfrm>
            <a:off x="1931212" y="2837024"/>
            <a:ext cx="4393387" cy="654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148"/>
              </a:lnSpc>
            </a:pPr>
            <a:r>
              <a:rPr lang="th-TH" sz="3677" b="1" dirty="0">
                <a:solidFill>
                  <a:srgbClr val="DEDE5E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สายทำดาเมจ (ทีมตึง/ตัวครบ) </a:t>
            </a:r>
            <a:endParaRPr lang="en-US" sz="3677" b="1" dirty="0">
              <a:solidFill>
                <a:srgbClr val="DEDE5E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89" name="TextBox 64">
            <a:extLst>
              <a:ext uri="{FF2B5EF4-FFF2-40B4-BE49-F238E27FC236}">
                <a16:creationId xmlns:a16="http://schemas.microsoft.com/office/drawing/2014/main" id="{4275F24B-5213-7815-4023-57DEDF34B1E9}"/>
              </a:ext>
            </a:extLst>
          </p:cNvPr>
          <p:cNvSpPr txBox="1"/>
          <p:nvPr/>
        </p:nvSpPr>
        <p:spPr>
          <a:xfrm>
            <a:off x="1931213" y="3752007"/>
            <a:ext cx="2869387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11"/>
              </a:lnSpc>
            </a:pPr>
            <a:r>
              <a:rPr lang="th-TH" sz="1865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รับหน้าที่</a:t>
            </a:r>
            <a:r>
              <a:rPr lang="th-TH" sz="1865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ทำคะแนน</a:t>
            </a:r>
            <a:r>
              <a:rPr lang="th-TH" sz="1865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ดาเมจใส่บอสในแต่ละด่าน</a:t>
            </a:r>
            <a:r>
              <a:rPr lang="th-TH" sz="1865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ให้ได้มากที่สุด </a:t>
            </a:r>
          </a:p>
        </p:txBody>
      </p:sp>
      <p:sp>
        <p:nvSpPr>
          <p:cNvPr id="91" name="TextBox 60">
            <a:extLst>
              <a:ext uri="{FF2B5EF4-FFF2-40B4-BE49-F238E27FC236}">
                <a16:creationId xmlns:a16="http://schemas.microsoft.com/office/drawing/2014/main" id="{004E9394-F136-60AA-1EA0-41A31D44B347}"/>
              </a:ext>
            </a:extLst>
          </p:cNvPr>
          <p:cNvSpPr txBox="1"/>
          <p:nvPr/>
        </p:nvSpPr>
        <p:spPr>
          <a:xfrm>
            <a:off x="1931213" y="5056724"/>
            <a:ext cx="2373390" cy="10390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3"/>
              </a:lnSpc>
            </a:pPr>
            <a:r>
              <a:rPr lang="th-TH" sz="3676" b="1" dirty="0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สายปิดงาน </a:t>
            </a:r>
          </a:p>
          <a:p>
            <a:pPr algn="l">
              <a:lnSpc>
                <a:spcPts val="4043"/>
              </a:lnSpc>
            </a:pPr>
            <a:r>
              <a:rPr lang="th-TH" sz="3676" b="1" dirty="0">
                <a:solidFill>
                  <a:srgbClr val="91C0FF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(ทีมกำลังโต) </a:t>
            </a:r>
            <a:endParaRPr lang="en-US" sz="3676" b="1" dirty="0">
              <a:solidFill>
                <a:srgbClr val="91C0FF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93" name="TextBox 61">
            <a:extLst>
              <a:ext uri="{FF2B5EF4-FFF2-40B4-BE49-F238E27FC236}">
                <a16:creationId xmlns:a16="http://schemas.microsoft.com/office/drawing/2014/main" id="{0B951389-E493-DD03-51D0-8B4732B831FE}"/>
              </a:ext>
            </a:extLst>
          </p:cNvPr>
          <p:cNvSpPr txBox="1"/>
          <p:nvPr/>
        </p:nvSpPr>
        <p:spPr>
          <a:xfrm>
            <a:off x="1931213" y="6276090"/>
            <a:ext cx="2945587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3"/>
              </a:lnSpc>
            </a:pPr>
            <a:r>
              <a:rPr lang="th-TH" sz="1802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รับหน้าที่</a:t>
            </a:r>
            <a:r>
              <a:rPr lang="th-TH" sz="1802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เก็บ</a:t>
            </a:r>
            <a:r>
              <a:rPr lang="en-US" sz="1802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 Last Shot (</a:t>
            </a:r>
            <a:r>
              <a:rPr lang="th-TH" sz="1802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ปิดบอส</a:t>
            </a:r>
            <a:r>
              <a:rPr lang="en-US" sz="1802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)</a:t>
            </a:r>
            <a:r>
              <a:rPr lang="th-TH" sz="1802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เมื่อบอสใน</a:t>
            </a:r>
            <a:r>
              <a:rPr lang="th-TH" sz="1802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แต่ละด่าน</a:t>
            </a:r>
            <a:r>
              <a:rPr lang="th-TH" sz="1802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ใกล้ตาย</a:t>
            </a:r>
            <a:endParaRPr lang="th-TH" sz="1802" dirty="0">
              <a:solidFill>
                <a:srgbClr val="FFFFFF"/>
              </a:solidFill>
              <a:latin typeface="Anantason Condensed"/>
              <a:ea typeface="Anantason Condensed"/>
              <a:cs typeface="Anantason Condensed"/>
              <a:sym typeface="Anantason Condensed"/>
            </a:endParaRPr>
          </a:p>
        </p:txBody>
      </p:sp>
      <p:sp>
        <p:nvSpPr>
          <p:cNvPr id="97" name="TextBox 53">
            <a:extLst>
              <a:ext uri="{FF2B5EF4-FFF2-40B4-BE49-F238E27FC236}">
                <a16:creationId xmlns:a16="http://schemas.microsoft.com/office/drawing/2014/main" id="{9F4277F0-1BD6-1400-57EF-4D5C71DBBF1A}"/>
              </a:ext>
            </a:extLst>
          </p:cNvPr>
          <p:cNvSpPr txBox="1"/>
          <p:nvPr/>
        </p:nvSpPr>
        <p:spPr>
          <a:xfrm>
            <a:off x="1931213" y="7551094"/>
            <a:ext cx="3174187" cy="526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043"/>
              </a:lnSpc>
            </a:pPr>
            <a:r>
              <a:rPr lang="th-TH" sz="3676" b="1" dirty="0">
                <a:solidFill>
                  <a:srgbClr val="9F42E6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สายซัพพอร์ต</a:t>
            </a:r>
            <a:endParaRPr lang="th-TH" sz="3676" b="1" u="sng" dirty="0">
              <a:solidFill>
                <a:srgbClr val="9F42E6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107" name="TextBox 56">
            <a:extLst>
              <a:ext uri="{FF2B5EF4-FFF2-40B4-BE49-F238E27FC236}">
                <a16:creationId xmlns:a16="http://schemas.microsoft.com/office/drawing/2014/main" id="{4C22DFCA-F8B2-3173-83CA-250C0A11223F}"/>
              </a:ext>
            </a:extLst>
          </p:cNvPr>
          <p:cNvSpPr txBox="1"/>
          <p:nvPr/>
        </p:nvSpPr>
        <p:spPr>
          <a:xfrm>
            <a:off x="1931212" y="9840605"/>
            <a:ext cx="3174187" cy="5232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62"/>
              </a:lnSpc>
            </a:pPr>
            <a:r>
              <a:rPr lang="th-TH" sz="3602" b="1" dirty="0">
                <a:solidFill>
                  <a:srgbClr val="FF0000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** ข้อบังคับหลัก **</a:t>
            </a:r>
            <a:endParaRPr lang="en-US" sz="3602" b="1" dirty="0">
              <a:solidFill>
                <a:srgbClr val="FF0000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109" name="TextBox 62">
            <a:extLst>
              <a:ext uri="{FF2B5EF4-FFF2-40B4-BE49-F238E27FC236}">
                <a16:creationId xmlns:a16="http://schemas.microsoft.com/office/drawing/2014/main" id="{9E36FF8A-2722-A631-C2B1-88FFA2F7E5DD}"/>
              </a:ext>
            </a:extLst>
          </p:cNvPr>
          <p:cNvSpPr txBox="1"/>
          <p:nvPr/>
        </p:nvSpPr>
        <p:spPr>
          <a:xfrm>
            <a:off x="1931212" y="11903492"/>
            <a:ext cx="5193489" cy="5232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62"/>
              </a:lnSpc>
            </a:pPr>
            <a:r>
              <a:rPr lang="th-TH" sz="3602" b="1" dirty="0">
                <a:solidFill>
                  <a:srgbClr val="74C773"/>
                </a:solidFill>
                <a:latin typeface="Adirek Sans Semi-Bold"/>
                <a:ea typeface="Adirek Sans Semi-Bold"/>
                <a:cs typeface="Adirek Sans Semi-Bold"/>
                <a:sym typeface="Adirek Sans Semi-Bold"/>
              </a:rPr>
              <a:t>วางแผนด้วยกัน ชนะไปด้วยกัน</a:t>
            </a:r>
            <a:endParaRPr lang="en-US" sz="3602" b="1" dirty="0">
              <a:solidFill>
                <a:srgbClr val="74C773"/>
              </a:solidFill>
              <a:latin typeface="Adirek Sans Semi-Bold"/>
              <a:ea typeface="Adirek Sans Semi-Bold"/>
              <a:cs typeface="Adirek Sans Semi-Bold"/>
              <a:sym typeface="Adirek Sans Semi-Bold"/>
            </a:endParaRPr>
          </a:p>
        </p:txBody>
      </p:sp>
      <p:sp>
        <p:nvSpPr>
          <p:cNvPr id="113" name="TextBox 65">
            <a:extLst>
              <a:ext uri="{FF2B5EF4-FFF2-40B4-BE49-F238E27FC236}">
                <a16:creationId xmlns:a16="http://schemas.microsoft.com/office/drawing/2014/main" id="{B819FF10-AA95-40F6-1DCE-3ED5399BA054}"/>
              </a:ext>
            </a:extLst>
          </p:cNvPr>
          <p:cNvSpPr txBox="1"/>
          <p:nvPr/>
        </p:nvSpPr>
        <p:spPr>
          <a:xfrm>
            <a:off x="1600200" y="14249400"/>
            <a:ext cx="6477000" cy="2154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th-TH" sz="1600" b="1" spc="232" dirty="0">
                <a:solidFill>
                  <a:srgbClr val="FF0000"/>
                </a:solidFill>
                <a:latin typeface="Anantason Condensed Bold" panose="020B0604020202020204" charset="-34"/>
                <a:ea typeface="Prompt Medium"/>
                <a:cs typeface="Anantason Condensed Bold" panose="020B0604020202020204" charset="-34"/>
                <a:sym typeface="Prompt Medium"/>
              </a:rPr>
              <a:t>เป้าหมายรอบนี้ </a:t>
            </a:r>
            <a:r>
              <a:rPr lang="th-TH" sz="1600" b="1" spc="232" dirty="0">
                <a:solidFill>
                  <a:schemeClr val="bg1"/>
                </a:solidFill>
                <a:latin typeface="Anantason Condensed Bold" panose="020B0604020202020204" charset="-34"/>
                <a:ea typeface="Prompt Medium"/>
                <a:cs typeface="Anantason Condensed Bold" panose="020B0604020202020204" charset="-34"/>
                <a:sym typeface="Prompt Medium"/>
              </a:rPr>
              <a:t>: ลุยเก็บรางวัลโลโก้กิลด์มาใส่เท่ๆ กันครับ!</a:t>
            </a:r>
            <a:endParaRPr lang="en-US" sz="1600" b="1" spc="232" dirty="0">
              <a:solidFill>
                <a:schemeClr val="bg1"/>
              </a:solidFill>
              <a:latin typeface="Anantason Condensed Bold" panose="020B0604020202020204" charset="-34"/>
              <a:ea typeface="Prompt Medium"/>
              <a:cs typeface="Anantason Condensed Bold" panose="020B0604020202020204" charset="-34"/>
              <a:sym typeface="Prompt Medium"/>
            </a:endParaRPr>
          </a:p>
        </p:txBody>
      </p:sp>
      <p:sp>
        <p:nvSpPr>
          <p:cNvPr id="117" name="Freeform 23">
            <a:extLst>
              <a:ext uri="{FF2B5EF4-FFF2-40B4-BE49-F238E27FC236}">
                <a16:creationId xmlns:a16="http://schemas.microsoft.com/office/drawing/2014/main" id="{09A9108B-99BE-64F2-255F-ED83A4E0B38B}"/>
              </a:ext>
            </a:extLst>
          </p:cNvPr>
          <p:cNvSpPr/>
          <p:nvPr/>
        </p:nvSpPr>
        <p:spPr>
          <a:xfrm>
            <a:off x="563260" y="12669235"/>
            <a:ext cx="752475" cy="742950"/>
          </a:xfrm>
          <a:custGeom>
            <a:avLst/>
            <a:gdLst/>
            <a:ahLst/>
            <a:cxnLst/>
            <a:rect l="l" t="t" r="r" b="b"/>
            <a:pathLst>
              <a:path w="752475" h="742950">
                <a:moveTo>
                  <a:pt x="0" y="0"/>
                </a:moveTo>
                <a:lnTo>
                  <a:pt x="752475" y="0"/>
                </a:lnTo>
                <a:lnTo>
                  <a:pt x="752475" y="742950"/>
                </a:lnTo>
                <a:lnTo>
                  <a:pt x="0" y="7429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EB1D2B56-4434-4991-9B73-2738976B0CB8}"/>
              </a:ext>
            </a:extLst>
          </p:cNvPr>
          <p:cNvSpPr/>
          <p:nvPr/>
        </p:nvSpPr>
        <p:spPr>
          <a:xfrm>
            <a:off x="5181600" y="7772400"/>
            <a:ext cx="553602" cy="806989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54">
            <a:extLst>
              <a:ext uri="{FF2B5EF4-FFF2-40B4-BE49-F238E27FC236}">
                <a16:creationId xmlns:a16="http://schemas.microsoft.com/office/drawing/2014/main" id="{C7E29470-BF3C-37B0-5E82-E86805071F06}"/>
              </a:ext>
            </a:extLst>
          </p:cNvPr>
          <p:cNvSpPr txBox="1"/>
          <p:nvPr/>
        </p:nvSpPr>
        <p:spPr>
          <a:xfrm>
            <a:off x="1931212" y="8229600"/>
            <a:ext cx="5079188" cy="11278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464"/>
              </a:lnSpc>
              <a:spcAft>
                <a:spcPts val="600"/>
              </a:spcAft>
            </a:pPr>
            <a:r>
              <a:rPr lang="th-TH" sz="176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ตั้งตัวละครให้เพื่อนยืม </a:t>
            </a:r>
            <a:r>
              <a:rPr lang="en-US" sz="1760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</a:t>
            </a:r>
            <a:r>
              <a:rPr lang="th-TH" sz="1760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ที่เหมาะกับบอสแต่ละด่าน</a:t>
            </a:r>
            <a:r>
              <a:rPr lang="en-US" sz="1760" dirty="0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)</a:t>
            </a:r>
            <a:endParaRPr lang="th-TH" sz="1760" dirty="0">
              <a:solidFill>
                <a:srgbClr val="FF0000"/>
              </a:solidFill>
              <a:latin typeface="Anantason Condensed Bold" panose="020B0604020202020204" charset="-34"/>
              <a:ea typeface="Anantason Condensed"/>
              <a:cs typeface="Anantason Condensed Bold" panose="020B0604020202020204" charset="-34"/>
              <a:sym typeface="Anantason Condensed"/>
            </a:endParaRPr>
          </a:p>
          <a:p>
            <a:pPr>
              <a:lnSpc>
                <a:spcPts val="2464"/>
              </a:lnSpc>
              <a:spcAft>
                <a:spcPts val="600"/>
              </a:spcAft>
            </a:pPr>
            <a:r>
              <a:rPr lang="en-US" sz="240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•</a:t>
            </a:r>
            <a:r>
              <a:rPr lang="en-US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th-TH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สาย </a:t>
            </a:r>
            <a:r>
              <a:rPr lang="en-US" sz="1760" b="1" dirty="0">
                <a:solidFill>
                  <a:srgbClr val="00B05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Buff</a:t>
            </a:r>
            <a:r>
              <a:rPr lang="en-US" sz="1760" b="1" dirty="0">
                <a:solidFill>
                  <a:srgbClr val="FFFF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/</a:t>
            </a:r>
            <a:r>
              <a:rPr lang="en-US" sz="1760" b="1" dirty="0">
                <a:solidFill>
                  <a:srgbClr val="FFFF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Debuff</a:t>
            </a:r>
            <a:r>
              <a:rPr lang="th-TH" sz="1760" b="1" dirty="0">
                <a:solidFill>
                  <a:srgbClr val="FFFF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Ex.</a:t>
            </a:r>
            <a:r>
              <a:rPr lang="th-TH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Doki, </a:t>
            </a:r>
            <a:r>
              <a:rPr lang="en-US" sz="1760" b="1" dirty="0" err="1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Santik</a:t>
            </a:r>
            <a:r>
              <a:rPr lang="en-US" sz="176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, Dinah, RC-77</a:t>
            </a:r>
          </a:p>
          <a:p>
            <a:pPr>
              <a:lnSpc>
                <a:spcPts val="2464"/>
              </a:lnSpc>
              <a:spcAft>
                <a:spcPts val="300"/>
              </a:spcAft>
            </a:pPr>
            <a:r>
              <a:rPr lang="en-US" sz="2400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•</a:t>
            </a:r>
            <a:r>
              <a:rPr lang="en-US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th-TH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สาย</a:t>
            </a:r>
            <a:r>
              <a:rPr lang="en-US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Damage</a:t>
            </a:r>
            <a:r>
              <a:rPr lang="th-TH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Ex.</a:t>
            </a:r>
            <a:r>
              <a:rPr lang="th-TH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Qano, </a:t>
            </a:r>
            <a:r>
              <a:rPr lang="en-US" b="1" dirty="0" err="1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Bornova</a:t>
            </a:r>
            <a:r>
              <a:rPr lang="en-US" b="1" dirty="0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, Khloros, </a:t>
            </a:r>
            <a:r>
              <a:rPr lang="en-US" b="1" dirty="0" err="1">
                <a:solidFill>
                  <a:schemeClr val="bg1"/>
                </a:solidFill>
                <a:latin typeface="Anantason Condensed Bold" panose="020B0604020202020204" charset="-34"/>
                <a:ea typeface="Anantason Condensed Bold"/>
                <a:cs typeface="Anantason Condensed Bold" panose="020B0604020202020204" charset="-34"/>
                <a:sym typeface="Anantason Condensed Bold"/>
              </a:rPr>
              <a:t>Ditting</a:t>
            </a:r>
            <a:endParaRPr lang="en-US" b="1" dirty="0">
              <a:solidFill>
                <a:schemeClr val="bg1"/>
              </a:solidFill>
              <a:latin typeface="Anantason Condensed Bold" panose="020B0604020202020204" charset="-34"/>
              <a:ea typeface="Anantason Condensed"/>
              <a:cs typeface="Anantason Condensed Bold" panose="020B0604020202020204" charset="-34"/>
              <a:sym typeface="Anantason Condensed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AC0AD1E-2A57-D518-AE4B-65340B42F152}"/>
              </a:ext>
            </a:extLst>
          </p:cNvPr>
          <p:cNvSpPr/>
          <p:nvPr/>
        </p:nvSpPr>
        <p:spPr>
          <a:xfrm>
            <a:off x="6733599" y="2545811"/>
            <a:ext cx="1088788" cy="2178589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3C88F8F-0609-6A0B-09D6-8B5E08729D26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6402458" y="2177663"/>
            <a:ext cx="2946284" cy="287906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BE547877-3F18-7DF3-2128-6351359D09F6}"/>
              </a:ext>
            </a:extLst>
          </p:cNvPr>
          <p:cNvSpPr/>
          <p:nvPr/>
        </p:nvSpPr>
        <p:spPr>
          <a:xfrm>
            <a:off x="7110360" y="7280208"/>
            <a:ext cx="751715" cy="927636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5C8BC5B6-219A-4F74-EADB-9318CE74C2ED}"/>
              </a:ext>
            </a:extLst>
          </p:cNvPr>
          <p:cNvGrpSpPr/>
          <p:nvPr/>
        </p:nvGrpSpPr>
        <p:grpSpPr>
          <a:xfrm>
            <a:off x="6694476" y="7576516"/>
            <a:ext cx="2419575" cy="1618130"/>
            <a:chOff x="6343952" y="7450303"/>
            <a:chExt cx="3000038" cy="1923200"/>
          </a:xfrm>
        </p:grpSpPr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D72CED99-6642-EECC-4BC0-5D5F03320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903749" y="7453204"/>
              <a:ext cx="656421" cy="898629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9847A037-E1E0-358D-F7B0-9094F27D46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689408" y="7450303"/>
              <a:ext cx="654582" cy="896112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8A62D5BD-8710-31AF-CFEC-ABA00257E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343952" y="7455888"/>
              <a:ext cx="654583" cy="896114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87F1FDBA-9CFA-529C-731B-2D46DFB0A0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7129907" y="7453879"/>
              <a:ext cx="654291" cy="896114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DE293565-0B62-E6E2-5BA9-A3FF70C3E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344245" y="8476496"/>
              <a:ext cx="654290" cy="896114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0589F362-C2B2-1665-73FE-4D0805620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7129614" y="8477389"/>
              <a:ext cx="654582" cy="896114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04B3466F-3E07-6351-62C0-D5BF2A2C2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689408" y="8473814"/>
              <a:ext cx="654582" cy="896112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390F4292-4C8C-4A3B-052D-F6A39383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7903748" y="8477389"/>
              <a:ext cx="654582" cy="896112"/>
            </a:xfrm>
            <a:prstGeom prst="rect">
              <a:avLst/>
            </a:prstGeom>
            <a:ln w="19050">
              <a:solidFill>
                <a:srgbClr val="7E47B9"/>
              </a:solidFill>
            </a:ln>
          </p:spPr>
        </p:pic>
      </p:grpSp>
      <p:pic>
        <p:nvPicPr>
          <p:cNvPr id="161" name="Picture 160">
            <a:extLst>
              <a:ext uri="{FF2B5EF4-FFF2-40B4-BE49-F238E27FC236}">
                <a16:creationId xmlns:a16="http://schemas.microsoft.com/office/drawing/2014/main" id="{D4D60A16-8DDA-3C47-5435-FA260F3F28D4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/>
          <a:stretch>
            <a:fillRect/>
          </a:stretch>
        </p:blipFill>
        <p:spPr>
          <a:xfrm>
            <a:off x="5668909" y="5274904"/>
            <a:ext cx="1874891" cy="1874891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E1E73336-DE30-7CC0-5997-725A483B2C3B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/>
          <a:stretch>
            <a:fillRect/>
          </a:stretch>
        </p:blipFill>
        <p:spPr>
          <a:xfrm>
            <a:off x="7373626" y="5105400"/>
            <a:ext cx="1975116" cy="1904988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A586BEFF-F805-9BB7-9185-73D65AC9EBA5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/>
          <a:stretch>
            <a:fillRect/>
          </a:stretch>
        </p:blipFill>
        <p:spPr>
          <a:xfrm>
            <a:off x="4669077" y="5570757"/>
            <a:ext cx="1503123" cy="1503123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01E5188A-86A7-8C3E-1B3D-97B57E9ED414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/>
          <a:stretch>
            <a:fillRect/>
          </a:stretch>
        </p:blipFill>
        <p:spPr>
          <a:xfrm>
            <a:off x="4953000" y="5543225"/>
            <a:ext cx="344617" cy="344617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2F0D4266-04E4-EE12-0951-ED579DD0C4ED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>
            <a:fillRect/>
          </a:stretch>
        </p:blipFill>
        <p:spPr>
          <a:xfrm rot="795370">
            <a:off x="5659926" y="5283896"/>
            <a:ext cx="415867" cy="415867"/>
          </a:xfrm>
          <a:prstGeom prst="rect">
            <a:avLst/>
          </a:prstGeom>
        </p:spPr>
      </p:pic>
      <p:sp>
        <p:nvSpPr>
          <p:cNvPr id="111" name="TextBox 63">
            <a:extLst>
              <a:ext uri="{FF2B5EF4-FFF2-40B4-BE49-F238E27FC236}">
                <a16:creationId xmlns:a16="http://schemas.microsoft.com/office/drawing/2014/main" id="{1A52BB67-2297-7CC1-B223-6E6A5998CBDC}"/>
              </a:ext>
            </a:extLst>
          </p:cNvPr>
          <p:cNvSpPr txBox="1"/>
          <p:nvPr/>
        </p:nvSpPr>
        <p:spPr>
          <a:xfrm>
            <a:off x="1931213" y="12649200"/>
            <a:ext cx="7136587" cy="9209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Aft>
                <a:spcPts val="500"/>
              </a:spcAft>
            </a:pPr>
            <a:r>
              <a:rPr lang="th-TH" sz="1717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ทุกการบุกมีค่า!</a:t>
            </a:r>
          </a:p>
          <a:p>
            <a:pPr>
              <a:spcAft>
                <a:spcPts val="500"/>
              </a:spcAft>
            </a:pPr>
            <a:r>
              <a:rPr lang="th-TH" sz="1717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• หากไม่มั่นใจแนวทางการตี ให้สอบถามในไลน์กิลด์ก่อนบุก</a:t>
            </a:r>
          </a:p>
          <a:p>
            <a:pPr>
              <a:spcAft>
                <a:spcPts val="500"/>
              </a:spcAft>
            </a:pPr>
            <a:r>
              <a:rPr lang="th-TH" sz="1717" b="1" dirty="0">
                <a:solidFill>
                  <a:srgbClr val="FF0000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•</a:t>
            </a:r>
            <a:r>
              <a:rPr lang="th-TH" sz="1717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 หากเจอทีมทำคะแนนได้สูง แชร์ข้อมูลให้เพื่อนร่วมกิลด์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DB9A33E-FC88-941B-0E17-43C2AD6FBF50}"/>
              </a:ext>
            </a:extLst>
          </p:cNvPr>
          <p:cNvSpPr/>
          <p:nvPr/>
        </p:nvSpPr>
        <p:spPr>
          <a:xfrm>
            <a:off x="1891758" y="1617882"/>
            <a:ext cx="1293926" cy="806989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8" name="Picture 177">
            <a:extLst>
              <a:ext uri="{FF2B5EF4-FFF2-40B4-BE49-F238E27FC236}">
                <a16:creationId xmlns:a16="http://schemas.microsoft.com/office/drawing/2014/main" id="{63D8681C-6315-BF65-0EE6-BC16784A33EC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b="21673"/>
          <a:stretch>
            <a:fillRect/>
          </a:stretch>
        </p:blipFill>
        <p:spPr>
          <a:xfrm>
            <a:off x="104069" y="230013"/>
            <a:ext cx="2946284" cy="2289706"/>
          </a:xfrm>
          <a:prstGeom prst="rect">
            <a:avLst/>
          </a:prstGeom>
        </p:spPr>
      </p:pic>
      <p:sp>
        <p:nvSpPr>
          <p:cNvPr id="184" name="Rectangle 183">
            <a:extLst>
              <a:ext uri="{FF2B5EF4-FFF2-40B4-BE49-F238E27FC236}">
                <a16:creationId xmlns:a16="http://schemas.microsoft.com/office/drawing/2014/main" id="{C2CE0461-C3CC-8AA2-21AD-90836874DD11}"/>
              </a:ext>
            </a:extLst>
          </p:cNvPr>
          <p:cNvSpPr/>
          <p:nvPr/>
        </p:nvSpPr>
        <p:spPr>
          <a:xfrm>
            <a:off x="6551195" y="1641547"/>
            <a:ext cx="2034925" cy="806989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4352580-6D62-F7C1-DD91-2C071F4E04AB}"/>
              </a:ext>
            </a:extLst>
          </p:cNvPr>
          <p:cNvSpPr/>
          <p:nvPr/>
        </p:nvSpPr>
        <p:spPr>
          <a:xfrm>
            <a:off x="4876800" y="9725065"/>
            <a:ext cx="4504962" cy="1743232"/>
          </a:xfrm>
          <a:prstGeom prst="rect">
            <a:avLst/>
          </a:prstGeom>
          <a:solidFill>
            <a:srgbClr val="0207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3" name="Picture 172">
            <a:extLst>
              <a:ext uri="{FF2B5EF4-FFF2-40B4-BE49-F238E27FC236}">
                <a16:creationId xmlns:a16="http://schemas.microsoft.com/office/drawing/2014/main" id="{0D0D183D-381C-0E26-F568-5CE9EC920E4A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/>
          <a:stretch>
            <a:fillRect/>
          </a:stretch>
        </p:blipFill>
        <p:spPr>
          <a:xfrm flipH="1">
            <a:off x="6609282" y="9722158"/>
            <a:ext cx="2877018" cy="3917642"/>
          </a:xfrm>
          <a:prstGeom prst="rect">
            <a:avLst/>
          </a:prstGeom>
        </p:spPr>
      </p:pic>
      <p:sp>
        <p:nvSpPr>
          <p:cNvPr id="105" name="TextBox 55">
            <a:extLst>
              <a:ext uri="{FF2B5EF4-FFF2-40B4-BE49-F238E27FC236}">
                <a16:creationId xmlns:a16="http://schemas.microsoft.com/office/drawing/2014/main" id="{3D3D7D27-F194-A372-424A-933B1F300B4C}"/>
              </a:ext>
            </a:extLst>
          </p:cNvPr>
          <p:cNvSpPr txBox="1"/>
          <p:nvPr/>
        </p:nvSpPr>
        <p:spPr>
          <a:xfrm>
            <a:off x="1931213" y="10534055"/>
            <a:ext cx="5179147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407"/>
              </a:lnSpc>
              <a:spcBef>
                <a:spcPts val="600"/>
              </a:spcBef>
            </a:pPr>
            <a:r>
              <a:rPr lang="th-TH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• </a:t>
            </a:r>
            <a:r>
              <a:rPr lang="th-TH" sz="1700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สมาชิกทุกคน</a:t>
            </a:r>
            <a:r>
              <a:rPr lang="th-TH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ตีบอส </a:t>
            </a:r>
            <a:r>
              <a:rPr lang="en-US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GVE </a:t>
            </a:r>
            <a:r>
              <a:rPr lang="th-TH" sz="1700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ให้ครบทุกไม้และทุกวัน</a:t>
            </a:r>
            <a:endParaRPr lang="en-US" sz="1700" dirty="0">
              <a:solidFill>
                <a:srgbClr val="FF0000"/>
              </a:solidFill>
              <a:latin typeface="Anantason Condensed Bold" panose="020B0604020202020204" charset="-34"/>
              <a:ea typeface="Anantason Condensed"/>
              <a:cs typeface="Anantason Condensed Bold" panose="020B0604020202020204" charset="-34"/>
              <a:sym typeface="Anantason Condensed"/>
            </a:endParaRPr>
          </a:p>
          <a:p>
            <a:pPr>
              <a:lnSpc>
                <a:spcPts val="2407"/>
              </a:lnSpc>
              <a:spcBef>
                <a:spcPts val="600"/>
              </a:spcBef>
            </a:pPr>
            <a:r>
              <a:rPr lang="th-TH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•</a:t>
            </a:r>
            <a:r>
              <a:rPr lang="en-US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 </a:t>
            </a:r>
            <a:r>
              <a:rPr lang="th-TH" sz="1700" b="1" dirty="0">
                <a:solidFill>
                  <a:srgbClr val="FF0000"/>
                </a:solidFill>
                <a:latin typeface="Anantason Condensed Bold" panose="020B0604020202020204" charset="-34"/>
                <a:ea typeface="Anantason Condensed"/>
                <a:cs typeface="Anantason Condensed Bold" panose="020B0604020202020204" charset="-34"/>
                <a:sym typeface="Anantason Condensed"/>
              </a:rPr>
              <a:t>ติดตามข้อมูลในไลน์</a:t>
            </a:r>
            <a:r>
              <a:rPr lang="th-TH" sz="1700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กิลด์ </a:t>
            </a:r>
            <a:r>
              <a:rPr lang="en-US" sz="1700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(</a:t>
            </a:r>
            <a:r>
              <a:rPr lang="th-TH" sz="1700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อาจมีการเปลี่ยนแปลงกลยุทธ์</a:t>
            </a:r>
            <a:r>
              <a:rPr lang="en-US" sz="1700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)</a:t>
            </a:r>
            <a:r>
              <a:rPr lang="th-TH" sz="1700" b="1" dirty="0">
                <a:solidFill>
                  <a:schemeClr val="bg1"/>
                </a:solidFill>
                <a:latin typeface="Anantason Condensed" panose="020B0604020202020204" charset="-34"/>
                <a:ea typeface="Anantason Condensed"/>
                <a:cs typeface="Anantason Condensed" panose="020B0604020202020204" charset="-34"/>
                <a:sym typeface="Anantason Condensed"/>
              </a:rPr>
              <a:t> </a:t>
            </a:r>
            <a:endParaRPr lang="en-US" sz="1700" dirty="0">
              <a:solidFill>
                <a:schemeClr val="bg1"/>
              </a:solidFill>
              <a:latin typeface="Anantason Condensed" panose="020B0604020202020204" charset="-34"/>
              <a:ea typeface="Anantason Condensed"/>
              <a:cs typeface="Anantason Condensed" panose="020B0604020202020204" charset="-34"/>
              <a:sym typeface="Anantason Condensed"/>
            </a:endParaRPr>
          </a:p>
        </p:txBody>
      </p:sp>
      <p:pic>
        <p:nvPicPr>
          <p:cNvPr id="188" name="Picture 187">
            <a:extLst>
              <a:ext uri="{FF2B5EF4-FFF2-40B4-BE49-F238E27FC236}">
                <a16:creationId xmlns:a16="http://schemas.microsoft.com/office/drawing/2014/main" id="{B53B9FE6-F81D-B12F-D065-256489CDF9F5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b="34819"/>
          <a:stretch>
            <a:fillRect/>
          </a:stretch>
        </p:blipFill>
        <p:spPr>
          <a:xfrm flipH="1">
            <a:off x="7052229" y="139075"/>
            <a:ext cx="2049941" cy="2375444"/>
          </a:xfrm>
          <a:prstGeom prst="rect">
            <a:avLst/>
          </a:prstGeom>
        </p:spPr>
      </p:pic>
      <p:sp>
        <p:nvSpPr>
          <p:cNvPr id="56" name="TextBox 58">
            <a:extLst>
              <a:ext uri="{FF2B5EF4-FFF2-40B4-BE49-F238E27FC236}">
                <a16:creationId xmlns:a16="http://schemas.microsoft.com/office/drawing/2014/main" id="{6B63A73F-EB1B-6A42-B9BE-40D2595F0D09}"/>
              </a:ext>
            </a:extLst>
          </p:cNvPr>
          <p:cNvSpPr txBox="1"/>
          <p:nvPr/>
        </p:nvSpPr>
        <p:spPr>
          <a:xfrm>
            <a:off x="3043845" y="1962150"/>
            <a:ext cx="3665910" cy="346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2000" b="1" spc="401" dirty="0">
                <a:solidFill>
                  <a:srgbClr val="FF0000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GVE</a:t>
            </a:r>
            <a:r>
              <a:rPr lang="en-US" sz="2000" b="1" spc="401" dirty="0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 INSTRUCTIONS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337</Words>
  <Application>Microsoft Office PowerPoint</Application>
  <PresentationFormat>Custom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Calibri</vt:lpstr>
      <vt:lpstr>Arial</vt:lpstr>
      <vt:lpstr>Adirek Sans Semi-Bold Italics</vt:lpstr>
      <vt:lpstr>Prompt Medium</vt:lpstr>
      <vt:lpstr>Anantason Condensed Bold</vt:lpstr>
      <vt:lpstr>Anantason ExtraCondensed Bold</vt:lpstr>
      <vt:lpstr>Prompt Semi-Bold</vt:lpstr>
      <vt:lpstr>Adirek Sans Semi-Bold</vt:lpstr>
      <vt:lpstr>Anantason Condensed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 - Thu วางทีมกันบ้าน</dc:title>
  <dc:creator>Wasawat Krissirisawad</dc:creator>
  <cp:lastModifiedBy>Wasawat Krissirisawad</cp:lastModifiedBy>
  <cp:revision>4</cp:revision>
  <dcterms:created xsi:type="dcterms:W3CDTF">2006-08-16T00:00:00Z</dcterms:created>
  <dcterms:modified xsi:type="dcterms:W3CDTF">2026-10-13T08:37:40Z</dcterms:modified>
  <dc:identifier>DAHRgfe8vqc</dc:identifier>
</cp:coreProperties>
</file>