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753600" cy="14630400"/>
  <p:notesSz cx="6858000" cy="9144000"/>
  <p:embeddedFontLst>
    <p:embeddedFont>
      <p:font typeface="Adirek Sans Semi-Bold" panose="020B0604020202020204" charset="-34"/>
      <p:regular r:id="rId3"/>
    </p:embeddedFont>
    <p:embeddedFont>
      <p:font typeface="Adirek Sans Semi-Bold Italics" panose="020B0604020202020204" charset="-34"/>
      <p:regular r:id="rId4"/>
    </p:embeddedFont>
    <p:embeddedFont>
      <p:font typeface="Anantason Condensed" panose="020B0604020202020204" charset="-34"/>
      <p:regular r:id="rId5"/>
    </p:embeddedFont>
    <p:embeddedFont>
      <p:font typeface="Anantason Condensed Bold" panose="020B0604020202020204" charset="-34"/>
      <p:regular r:id="rId6"/>
    </p:embeddedFont>
    <p:embeddedFont>
      <p:font typeface="Anantason ExtraCondensed Bold" panose="020B0604020202020204" charset="-34"/>
      <p:regular r:id="rId7"/>
    </p:embeddedFont>
    <p:embeddedFont>
      <p:font typeface="Prompt Medium" panose="00000600000000000000" pitchFamily="2" charset="-34"/>
      <p:regular r:id="rId8"/>
    </p:embeddedFont>
    <p:embeddedFont>
      <p:font typeface="Prompt Semi-Bold" panose="020B0604020202020204" charset="-3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2B73C-12AC-4F47-B6D0-4209A911F6D8}" v="3" dt="2026-10-11T16:13:22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267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sawat Krissirisawad" userId="8a225a4cd7e80232" providerId="LiveId" clId="{9E3EF393-46F4-4F50-9332-96D740610625}"/>
    <pc:docChg chg="undo custSel modSld">
      <pc:chgData name="Wasawat Krissirisawad" userId="8a225a4cd7e80232" providerId="LiveId" clId="{9E3EF393-46F4-4F50-9332-96D740610625}" dt="2026-10-11T16:25:31.570" v="187" actId="20577"/>
      <pc:docMkLst>
        <pc:docMk/>
      </pc:docMkLst>
      <pc:sldChg chg="addSp delSp modSp mod">
        <pc:chgData name="Wasawat Krissirisawad" userId="8a225a4cd7e80232" providerId="LiveId" clId="{9E3EF393-46F4-4F50-9332-96D740610625}" dt="2026-10-11T16:25:31.570" v="187" actId="20577"/>
        <pc:sldMkLst>
          <pc:docMk/>
          <pc:sldMk cId="0" sldId="256"/>
        </pc:sldMkLst>
        <pc:spChg chg="mod">
          <ac:chgData name="Wasawat Krissirisawad" userId="8a225a4cd7e80232" providerId="LiveId" clId="{9E3EF393-46F4-4F50-9332-96D740610625}" dt="2026-10-11T16:14:09.272" v="73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17:21.540" v="158" actId="1036"/>
          <ac:spMkLst>
            <pc:docMk/>
            <pc:sldMk cId="0" sldId="256"/>
            <ac:spMk id="20" creationId="{00000000-0000-0000-0000-000000000000}"/>
          </ac:spMkLst>
        </pc:spChg>
        <pc:spChg chg="del">
          <ac:chgData name="Wasawat Krissirisawad" userId="8a225a4cd7e80232" providerId="LiveId" clId="{9E3EF393-46F4-4F50-9332-96D740610625}" dt="2026-10-11T16:11:10.711" v="0" actId="478"/>
          <ac:spMkLst>
            <pc:docMk/>
            <pc:sldMk cId="0" sldId="256"/>
            <ac:spMk id="36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18:14.344" v="172" actId="20577"/>
          <ac:spMkLst>
            <pc:docMk/>
            <pc:sldMk cId="0" sldId="256"/>
            <ac:spMk id="53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19:49.818" v="182" actId="948"/>
          <ac:spMkLst>
            <pc:docMk/>
            <pc:sldMk cId="0" sldId="256"/>
            <ac:spMk id="54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19:17.507" v="176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19:28.681" v="178" actId="948"/>
          <ac:spMkLst>
            <pc:docMk/>
            <pc:sldMk cId="0" sldId="256"/>
            <ac:spMk id="61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25:31.570" v="187" actId="20577"/>
          <ac:spMkLst>
            <pc:docMk/>
            <pc:sldMk cId="0" sldId="256"/>
            <ac:spMk id="62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21:45.422" v="186" actId="115"/>
          <ac:spMkLst>
            <pc:docMk/>
            <pc:sldMk cId="0" sldId="256"/>
            <ac:spMk id="63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20:00.300" v="183" actId="103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1T16:11:24.122" v="4" actId="165"/>
          <ac:spMkLst>
            <pc:docMk/>
            <pc:sldMk cId="0" sldId="256"/>
            <ac:spMk id="75" creationId="{B82D7AC2-799B-EF75-172B-6FB5E49B8666}"/>
          </ac:spMkLst>
        </pc:spChg>
        <pc:spChg chg="mod">
          <ac:chgData name="Wasawat Krissirisawad" userId="8a225a4cd7e80232" providerId="LiveId" clId="{9E3EF393-46F4-4F50-9332-96D740610625}" dt="2026-10-11T16:11:24.122" v="4" actId="165"/>
          <ac:spMkLst>
            <pc:docMk/>
            <pc:sldMk cId="0" sldId="256"/>
            <ac:spMk id="76" creationId="{BE4CE56E-1AF5-811F-C67B-9877701EEFD1}"/>
          </ac:spMkLst>
        </pc:spChg>
        <pc:spChg chg="mod">
          <ac:chgData name="Wasawat Krissirisawad" userId="8a225a4cd7e80232" providerId="LiveId" clId="{9E3EF393-46F4-4F50-9332-96D740610625}" dt="2026-10-11T16:11:24.122" v="4" actId="165"/>
          <ac:spMkLst>
            <pc:docMk/>
            <pc:sldMk cId="0" sldId="256"/>
            <ac:spMk id="77" creationId="{EB96AF9C-4C40-FC7A-6ABA-23290E29328E}"/>
          </ac:spMkLst>
        </pc:spChg>
        <pc:grpChg chg="add del mod">
          <ac:chgData name="Wasawat Krissirisawad" userId="8a225a4cd7e80232" providerId="LiveId" clId="{9E3EF393-46F4-4F50-9332-96D740610625}" dt="2026-10-11T16:11:24.122" v="4" actId="165"/>
          <ac:grpSpMkLst>
            <pc:docMk/>
            <pc:sldMk cId="0" sldId="256"/>
            <ac:grpSpMk id="48" creationId="{278EBF79-7C1F-3C7D-275A-E42038F4D67C}"/>
          </ac:grpSpMkLst>
        </pc:grpChg>
        <pc:grpChg chg="mod topLvl">
          <ac:chgData name="Wasawat Krissirisawad" userId="8a225a4cd7e80232" providerId="LiveId" clId="{9E3EF393-46F4-4F50-9332-96D740610625}" dt="2026-10-11T16:17:11.624" v="153" actId="1076"/>
          <ac:grpSpMkLst>
            <pc:docMk/>
            <pc:sldMk cId="0" sldId="256"/>
            <ac:grpSpMk id="74" creationId="{723547A9-AAB4-3C4A-40D6-76EF34C482D0}"/>
          </ac:grpSpMkLst>
        </pc:grpChg>
        <pc:picChg chg="mod topLvl">
          <ac:chgData name="Wasawat Krissirisawad" userId="8a225a4cd7e80232" providerId="LiveId" clId="{9E3EF393-46F4-4F50-9332-96D740610625}" dt="2026-10-11T16:17:14.727" v="154" actId="1035"/>
          <ac:picMkLst>
            <pc:docMk/>
            <pc:sldMk cId="0" sldId="256"/>
            <ac:picMk id="73" creationId="{E2211233-5BF7-331A-394A-7989B73639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7" y="0"/>
            <a:ext cx="9753600" cy="14630400"/>
          </a:xfrm>
          <a:custGeom>
            <a:avLst/>
            <a:gdLst/>
            <a:ahLst/>
            <a:cxnLst/>
            <a:rect l="l" t="t" r="r" b="b"/>
            <a:pathLst>
              <a:path w="9753600" h="14630400">
                <a:moveTo>
                  <a:pt x="0" y="0"/>
                </a:moveTo>
                <a:lnTo>
                  <a:pt x="9753600" y="0"/>
                </a:lnTo>
                <a:lnTo>
                  <a:pt x="9753600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190875" cy="733425"/>
          </a:xfrm>
          <a:custGeom>
            <a:avLst/>
            <a:gdLst/>
            <a:ahLst/>
            <a:cxnLst/>
            <a:rect l="l" t="t" r="r" b="b"/>
            <a:pathLst>
              <a:path w="3190875" h="733425">
                <a:moveTo>
                  <a:pt x="0" y="0"/>
                </a:moveTo>
                <a:lnTo>
                  <a:pt x="3190875" y="0"/>
                </a:lnTo>
                <a:lnTo>
                  <a:pt x="319087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181725" y="0"/>
            <a:ext cx="3390900" cy="733425"/>
          </a:xfrm>
          <a:custGeom>
            <a:avLst/>
            <a:gdLst/>
            <a:ahLst/>
            <a:cxnLst/>
            <a:rect l="l" t="t" r="r" b="b"/>
            <a:pathLst>
              <a:path w="3390900" h="733425">
                <a:moveTo>
                  <a:pt x="0" y="0"/>
                </a:moveTo>
                <a:lnTo>
                  <a:pt x="3390900" y="0"/>
                </a:lnTo>
                <a:lnTo>
                  <a:pt x="33909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047875" y="1004888"/>
            <a:ext cx="1133475" cy="733425"/>
          </a:xfrm>
          <a:custGeom>
            <a:avLst/>
            <a:gdLst/>
            <a:ahLst/>
            <a:cxnLst/>
            <a:rect l="l" t="t" r="r" b="b"/>
            <a:pathLst>
              <a:path w="1133475" h="733425">
                <a:moveTo>
                  <a:pt x="0" y="0"/>
                </a:moveTo>
                <a:lnTo>
                  <a:pt x="1133475" y="0"/>
                </a:lnTo>
                <a:lnTo>
                  <a:pt x="1133475" y="733424"/>
                </a:lnTo>
                <a:lnTo>
                  <a:pt x="0" y="733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682817" y="1028151"/>
            <a:ext cx="942975" cy="733425"/>
          </a:xfrm>
          <a:custGeom>
            <a:avLst/>
            <a:gdLst/>
            <a:ahLst/>
            <a:cxnLst/>
            <a:rect l="l" t="t" r="r" b="b"/>
            <a:pathLst>
              <a:path w="942975" h="733425">
                <a:moveTo>
                  <a:pt x="0" y="0"/>
                </a:moveTo>
                <a:lnTo>
                  <a:pt x="942975" y="0"/>
                </a:lnTo>
                <a:lnTo>
                  <a:pt x="94297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181350" y="2190750"/>
            <a:ext cx="3390900" cy="552450"/>
          </a:xfrm>
          <a:custGeom>
            <a:avLst/>
            <a:gdLst/>
            <a:ahLst/>
            <a:cxnLst/>
            <a:rect l="l" t="t" r="r" b="b"/>
            <a:pathLst>
              <a:path w="3390900" h="552450">
                <a:moveTo>
                  <a:pt x="0" y="0"/>
                </a:moveTo>
                <a:lnTo>
                  <a:pt x="3390900" y="0"/>
                </a:lnTo>
                <a:lnTo>
                  <a:pt x="33909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372225" y="2009775"/>
            <a:ext cx="1514475" cy="190500"/>
          </a:xfrm>
          <a:custGeom>
            <a:avLst/>
            <a:gdLst/>
            <a:ahLst/>
            <a:cxnLst/>
            <a:rect l="l" t="t" r="r" b="b"/>
            <a:pathLst>
              <a:path w="1514475" h="190500">
                <a:moveTo>
                  <a:pt x="0" y="0"/>
                </a:moveTo>
                <a:lnTo>
                  <a:pt x="1514475" y="0"/>
                </a:lnTo>
                <a:lnTo>
                  <a:pt x="151447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80975" y="2371725"/>
            <a:ext cx="1514475" cy="2390775"/>
          </a:xfrm>
          <a:custGeom>
            <a:avLst/>
            <a:gdLst/>
            <a:ahLst/>
            <a:cxnLst/>
            <a:rect l="l" t="t" r="r" b="b"/>
            <a:pathLst>
              <a:path w="1514475" h="2390775">
                <a:moveTo>
                  <a:pt x="0" y="0"/>
                </a:moveTo>
                <a:lnTo>
                  <a:pt x="1514475" y="0"/>
                </a:lnTo>
                <a:lnTo>
                  <a:pt x="1514475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26694" y="2600407"/>
            <a:ext cx="741274" cy="126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6"/>
              </a:lnSpc>
            </a:pPr>
            <a:r>
              <a:rPr lang="en-US" sz="7404" b="1" i="1">
                <a:solidFill>
                  <a:srgbClr val="FFFFFF"/>
                </a:solidFill>
                <a:latin typeface="Adirek Sans Semi-Bold Italics"/>
                <a:ea typeface="Adirek Sans Semi-Bold Italics"/>
                <a:cs typeface="Adirek Sans Semi-Bold Italics"/>
                <a:sym typeface="Adirek Sans Semi-Bold Italics"/>
              </a:rPr>
              <a:t>01</a:t>
            </a:r>
          </a:p>
        </p:txBody>
      </p:sp>
      <p:sp>
        <p:nvSpPr>
          <p:cNvPr id="11" name="Freeform 11"/>
          <p:cNvSpPr/>
          <p:nvPr/>
        </p:nvSpPr>
        <p:spPr>
          <a:xfrm>
            <a:off x="371475" y="3657600"/>
            <a:ext cx="942975" cy="1104900"/>
          </a:xfrm>
          <a:custGeom>
            <a:avLst/>
            <a:gdLst/>
            <a:ahLst/>
            <a:cxnLst/>
            <a:rect l="l" t="t" r="r" b="b"/>
            <a:pathLst>
              <a:path w="942975" h="1104900">
                <a:moveTo>
                  <a:pt x="0" y="0"/>
                </a:moveTo>
                <a:lnTo>
                  <a:pt x="942975" y="0"/>
                </a:lnTo>
                <a:lnTo>
                  <a:pt x="942975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66900" y="346710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0" y="0"/>
                </a:moveTo>
                <a:lnTo>
                  <a:pt x="762000" y="0"/>
                </a:lnTo>
                <a:lnTo>
                  <a:pt x="762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80975" y="4752975"/>
            <a:ext cx="1514475" cy="2381250"/>
          </a:xfrm>
          <a:custGeom>
            <a:avLst/>
            <a:gdLst/>
            <a:ahLst/>
            <a:cxnLst/>
            <a:rect l="l" t="t" r="r" b="b"/>
            <a:pathLst>
              <a:path w="1514475" h="2381250">
                <a:moveTo>
                  <a:pt x="0" y="0"/>
                </a:moveTo>
                <a:lnTo>
                  <a:pt x="1514475" y="0"/>
                </a:lnTo>
                <a:lnTo>
                  <a:pt x="1514475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26694" y="5008786"/>
            <a:ext cx="741274" cy="109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i="1">
                <a:solidFill>
                  <a:srgbClr val="FFFFFF"/>
                </a:solidFill>
                <a:latin typeface="Adirek Sans Semi-Bold Italics"/>
                <a:ea typeface="Adirek Sans Semi-Bold Italics"/>
                <a:cs typeface="Adirek Sans Semi-Bold Italics"/>
                <a:sym typeface="Adirek Sans Semi-Bold Italics"/>
              </a:rPr>
              <a:t>02</a:t>
            </a:r>
          </a:p>
        </p:txBody>
      </p:sp>
      <p:sp>
        <p:nvSpPr>
          <p:cNvPr id="15" name="Freeform 15"/>
          <p:cNvSpPr/>
          <p:nvPr/>
        </p:nvSpPr>
        <p:spPr>
          <a:xfrm>
            <a:off x="561975" y="6029325"/>
            <a:ext cx="752475" cy="923925"/>
          </a:xfrm>
          <a:custGeom>
            <a:avLst/>
            <a:gdLst/>
            <a:ahLst/>
            <a:cxnLst/>
            <a:rect l="l" t="t" r="r" b="b"/>
            <a:pathLst>
              <a:path w="752475" h="923925">
                <a:moveTo>
                  <a:pt x="0" y="0"/>
                </a:moveTo>
                <a:lnTo>
                  <a:pt x="752475" y="0"/>
                </a:lnTo>
                <a:lnTo>
                  <a:pt x="75247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866900" y="6029325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0" y="0"/>
                </a:moveTo>
                <a:lnTo>
                  <a:pt x="762000" y="0"/>
                </a:lnTo>
                <a:lnTo>
                  <a:pt x="762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80975" y="7124700"/>
            <a:ext cx="1514475" cy="2390775"/>
          </a:xfrm>
          <a:custGeom>
            <a:avLst/>
            <a:gdLst/>
            <a:ahLst/>
            <a:cxnLst/>
            <a:rect l="l" t="t" r="r" b="b"/>
            <a:pathLst>
              <a:path w="1514475" h="2390775">
                <a:moveTo>
                  <a:pt x="0" y="0"/>
                </a:moveTo>
                <a:lnTo>
                  <a:pt x="1514475" y="0"/>
                </a:lnTo>
                <a:lnTo>
                  <a:pt x="1514475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26694" y="7320754"/>
            <a:ext cx="741274" cy="109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6428" b="1" i="1">
                <a:solidFill>
                  <a:srgbClr val="FFFFFF"/>
                </a:solidFill>
                <a:latin typeface="Adirek Sans Semi-Bold Italics"/>
                <a:ea typeface="Adirek Sans Semi-Bold Italics"/>
                <a:cs typeface="Adirek Sans Semi-Bold Italics"/>
                <a:sym typeface="Adirek Sans Semi-Bold Italics"/>
              </a:rPr>
              <a:t>03</a:t>
            </a:r>
          </a:p>
        </p:txBody>
      </p:sp>
      <p:sp>
        <p:nvSpPr>
          <p:cNvPr id="19" name="Freeform 19"/>
          <p:cNvSpPr/>
          <p:nvPr/>
        </p:nvSpPr>
        <p:spPr>
          <a:xfrm>
            <a:off x="561975" y="8410575"/>
            <a:ext cx="752475" cy="733425"/>
          </a:xfrm>
          <a:custGeom>
            <a:avLst/>
            <a:gdLst/>
            <a:ahLst/>
            <a:cxnLst/>
            <a:rect l="l" t="t" r="r" b="b"/>
            <a:pathLst>
              <a:path w="752475" h="733425">
                <a:moveTo>
                  <a:pt x="0" y="0"/>
                </a:moveTo>
                <a:lnTo>
                  <a:pt x="752475" y="0"/>
                </a:lnTo>
                <a:lnTo>
                  <a:pt x="75247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866900" y="803910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0" y="0"/>
                </a:moveTo>
                <a:lnTo>
                  <a:pt x="762000" y="0"/>
                </a:lnTo>
                <a:lnTo>
                  <a:pt x="762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80975" y="9505950"/>
            <a:ext cx="1514475" cy="2019300"/>
          </a:xfrm>
          <a:custGeom>
            <a:avLst/>
            <a:gdLst/>
            <a:ahLst/>
            <a:cxnLst/>
            <a:rect l="l" t="t" r="r" b="b"/>
            <a:pathLst>
              <a:path w="1514475" h="2019300">
                <a:moveTo>
                  <a:pt x="0" y="0"/>
                </a:moveTo>
                <a:lnTo>
                  <a:pt x="1514475" y="0"/>
                </a:lnTo>
                <a:lnTo>
                  <a:pt x="1514475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26694" y="9630920"/>
            <a:ext cx="741274" cy="107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6342" b="1" i="1">
                <a:solidFill>
                  <a:srgbClr val="FFFFFF"/>
                </a:solidFill>
                <a:latin typeface="Adirek Sans Semi-Bold Italics"/>
                <a:ea typeface="Adirek Sans Semi-Bold Italics"/>
                <a:cs typeface="Adirek Sans Semi-Bold Italics"/>
                <a:sym typeface="Adirek Sans Semi-Bold Italics"/>
              </a:rPr>
              <a:t>04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" y="10601325"/>
            <a:ext cx="752475" cy="742950"/>
          </a:xfrm>
          <a:custGeom>
            <a:avLst/>
            <a:gdLst/>
            <a:ahLst/>
            <a:cxnLst/>
            <a:rect l="l" t="t" r="r" b="b"/>
            <a:pathLst>
              <a:path w="752475" h="742950">
                <a:moveTo>
                  <a:pt x="0" y="0"/>
                </a:moveTo>
                <a:lnTo>
                  <a:pt x="752475" y="0"/>
                </a:lnTo>
                <a:lnTo>
                  <a:pt x="752475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866900" y="10239375"/>
            <a:ext cx="571500" cy="371475"/>
          </a:xfrm>
          <a:custGeom>
            <a:avLst/>
            <a:gdLst/>
            <a:ahLst/>
            <a:cxnLst/>
            <a:rect l="l" t="t" r="r" b="b"/>
            <a:pathLst>
              <a:path w="571500" h="371475">
                <a:moveTo>
                  <a:pt x="0" y="0"/>
                </a:moveTo>
                <a:lnTo>
                  <a:pt x="571500" y="0"/>
                </a:lnTo>
                <a:lnTo>
                  <a:pt x="5715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80975" y="11515725"/>
            <a:ext cx="1514475" cy="2200275"/>
          </a:xfrm>
          <a:custGeom>
            <a:avLst/>
            <a:gdLst/>
            <a:ahLst/>
            <a:cxnLst/>
            <a:rect l="l" t="t" r="r" b="b"/>
            <a:pathLst>
              <a:path w="1514475" h="2200275">
                <a:moveTo>
                  <a:pt x="0" y="0"/>
                </a:moveTo>
                <a:lnTo>
                  <a:pt x="1514475" y="0"/>
                </a:lnTo>
                <a:lnTo>
                  <a:pt x="1514475" y="2200275"/>
                </a:lnTo>
                <a:lnTo>
                  <a:pt x="0" y="22002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526694" y="11768031"/>
            <a:ext cx="741274" cy="109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i="1">
                <a:solidFill>
                  <a:srgbClr val="FFFFFF"/>
                </a:solidFill>
                <a:latin typeface="Adirek Sans Semi-Bold Italics"/>
                <a:ea typeface="Adirek Sans Semi-Bold Italics"/>
                <a:cs typeface="Adirek Sans Semi-Bold Italics"/>
                <a:sym typeface="Adirek Sans Semi-Bold Italics"/>
              </a:rPr>
              <a:t>05</a:t>
            </a:r>
          </a:p>
        </p:txBody>
      </p:sp>
      <p:sp>
        <p:nvSpPr>
          <p:cNvPr id="27" name="Freeform 27"/>
          <p:cNvSpPr/>
          <p:nvPr/>
        </p:nvSpPr>
        <p:spPr>
          <a:xfrm>
            <a:off x="561975" y="12801600"/>
            <a:ext cx="752475" cy="733425"/>
          </a:xfrm>
          <a:custGeom>
            <a:avLst/>
            <a:gdLst/>
            <a:ahLst/>
            <a:cxnLst/>
            <a:rect l="l" t="t" r="r" b="b"/>
            <a:pathLst>
              <a:path w="752475" h="733425">
                <a:moveTo>
                  <a:pt x="0" y="0"/>
                </a:moveTo>
                <a:lnTo>
                  <a:pt x="752475" y="0"/>
                </a:lnTo>
                <a:lnTo>
                  <a:pt x="75247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866900" y="1224915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0" y="0"/>
                </a:moveTo>
                <a:lnTo>
                  <a:pt x="762000" y="0"/>
                </a:lnTo>
                <a:lnTo>
                  <a:pt x="762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0" y="13525500"/>
            <a:ext cx="3190875" cy="923925"/>
          </a:xfrm>
          <a:custGeom>
            <a:avLst/>
            <a:gdLst/>
            <a:ahLst/>
            <a:cxnLst/>
            <a:rect l="l" t="t" r="r" b="b"/>
            <a:pathLst>
              <a:path w="3190875" h="923925">
                <a:moveTo>
                  <a:pt x="0" y="0"/>
                </a:moveTo>
                <a:lnTo>
                  <a:pt x="3190875" y="0"/>
                </a:lnTo>
                <a:lnTo>
                  <a:pt x="3190875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6181725" y="13525500"/>
            <a:ext cx="3390900" cy="923925"/>
          </a:xfrm>
          <a:custGeom>
            <a:avLst/>
            <a:gdLst/>
            <a:ahLst/>
            <a:cxnLst/>
            <a:rect l="l" t="t" r="r" b="b"/>
            <a:pathLst>
              <a:path w="3390900" h="923925">
                <a:moveTo>
                  <a:pt x="0" y="0"/>
                </a:moveTo>
                <a:lnTo>
                  <a:pt x="3390900" y="0"/>
                </a:lnTo>
                <a:lnTo>
                  <a:pt x="339090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866900" y="14077950"/>
            <a:ext cx="571500" cy="371475"/>
          </a:xfrm>
          <a:custGeom>
            <a:avLst/>
            <a:gdLst/>
            <a:ahLst/>
            <a:cxnLst/>
            <a:rect l="l" t="t" r="r" b="b"/>
            <a:pathLst>
              <a:path w="571500" h="371475">
                <a:moveTo>
                  <a:pt x="0" y="0"/>
                </a:moveTo>
                <a:lnTo>
                  <a:pt x="571500" y="0"/>
                </a:lnTo>
                <a:lnTo>
                  <a:pt x="5715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7315200" y="14077950"/>
            <a:ext cx="571500" cy="371475"/>
          </a:xfrm>
          <a:custGeom>
            <a:avLst/>
            <a:gdLst/>
            <a:ahLst/>
            <a:cxnLst/>
            <a:rect l="l" t="t" r="r" b="b"/>
            <a:pathLst>
              <a:path w="571500" h="371475">
                <a:moveTo>
                  <a:pt x="0" y="0"/>
                </a:moveTo>
                <a:lnTo>
                  <a:pt x="571500" y="0"/>
                </a:lnTo>
                <a:lnTo>
                  <a:pt x="57150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3181350" y="13716000"/>
            <a:ext cx="3390900" cy="419500"/>
          </a:xfrm>
          <a:custGeom>
            <a:avLst/>
            <a:gdLst/>
            <a:ahLst/>
            <a:cxnLst/>
            <a:rect l="l" t="t" r="r" b="b"/>
            <a:pathLst>
              <a:path w="3390900" h="419500">
                <a:moveTo>
                  <a:pt x="0" y="0"/>
                </a:moveTo>
                <a:lnTo>
                  <a:pt x="3390900" y="0"/>
                </a:lnTo>
                <a:lnTo>
                  <a:pt x="3390900" y="419500"/>
                </a:lnTo>
                <a:lnTo>
                  <a:pt x="0" y="4195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b="-1179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4666932" y="2714917"/>
            <a:ext cx="4172268" cy="1947843"/>
          </a:xfrm>
          <a:custGeom>
            <a:avLst/>
            <a:gdLst/>
            <a:ahLst/>
            <a:cxnLst/>
            <a:rect l="l" t="t" r="r" b="b"/>
            <a:pathLst>
              <a:path w="3647013" h="1702625">
                <a:moveTo>
                  <a:pt x="0" y="0"/>
                </a:moveTo>
                <a:lnTo>
                  <a:pt x="3647014" y="0"/>
                </a:lnTo>
                <a:lnTo>
                  <a:pt x="3647014" y="1702626"/>
                </a:lnTo>
                <a:lnTo>
                  <a:pt x="0" y="170262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4724400" y="4426020"/>
            <a:ext cx="2765858" cy="2708205"/>
          </a:xfrm>
          <a:custGeom>
            <a:avLst/>
            <a:gdLst/>
            <a:ahLst/>
            <a:cxnLst/>
            <a:rect l="l" t="t" r="r" b="b"/>
            <a:pathLst>
              <a:path w="2765858" h="2708205">
                <a:moveTo>
                  <a:pt x="0" y="0"/>
                </a:moveTo>
                <a:lnTo>
                  <a:pt x="2765859" y="0"/>
                </a:lnTo>
                <a:lnTo>
                  <a:pt x="2765859" y="2708205"/>
                </a:lnTo>
                <a:lnTo>
                  <a:pt x="0" y="27082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b="-926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7204856" y="4210050"/>
            <a:ext cx="2367769" cy="2924175"/>
          </a:xfrm>
          <a:custGeom>
            <a:avLst/>
            <a:gdLst/>
            <a:ahLst/>
            <a:cxnLst/>
            <a:rect l="l" t="t" r="r" b="b"/>
            <a:pathLst>
              <a:path w="2367769" h="2924175">
                <a:moveTo>
                  <a:pt x="0" y="0"/>
                </a:moveTo>
                <a:lnTo>
                  <a:pt x="2367769" y="0"/>
                </a:lnTo>
                <a:lnTo>
                  <a:pt x="2367769" y="2924175"/>
                </a:lnTo>
                <a:lnTo>
                  <a:pt x="0" y="29241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t="-3535" r="-10148" b="-631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6909322" y="11865392"/>
            <a:ext cx="2444580" cy="2750180"/>
          </a:xfrm>
          <a:custGeom>
            <a:avLst/>
            <a:gdLst/>
            <a:ahLst/>
            <a:cxnLst/>
            <a:rect l="l" t="t" r="r" b="b"/>
            <a:pathLst>
              <a:path w="2444580" h="2750180">
                <a:moveTo>
                  <a:pt x="0" y="0"/>
                </a:moveTo>
                <a:lnTo>
                  <a:pt x="2444580" y="0"/>
                </a:lnTo>
                <a:lnTo>
                  <a:pt x="2444580" y="2750180"/>
                </a:lnTo>
                <a:lnTo>
                  <a:pt x="0" y="275018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-6250" r="-62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4005390" y="39051"/>
            <a:ext cx="1352677" cy="694374"/>
          </a:xfrm>
          <a:custGeom>
            <a:avLst/>
            <a:gdLst/>
            <a:ahLst/>
            <a:cxnLst/>
            <a:rect l="l" t="t" r="r" b="b"/>
            <a:pathLst>
              <a:path w="1352677" h="694374">
                <a:moveTo>
                  <a:pt x="0" y="0"/>
                </a:moveTo>
                <a:lnTo>
                  <a:pt x="1352676" y="0"/>
                </a:lnTo>
                <a:lnTo>
                  <a:pt x="1352676" y="694374"/>
                </a:lnTo>
                <a:lnTo>
                  <a:pt x="0" y="69437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7635317" y="549387"/>
            <a:ext cx="1718584" cy="1970647"/>
          </a:xfrm>
          <a:custGeom>
            <a:avLst/>
            <a:gdLst/>
            <a:ahLst/>
            <a:cxnLst/>
            <a:rect l="l" t="t" r="r" b="b"/>
            <a:pathLst>
              <a:path w="1718584" h="1970647">
                <a:moveTo>
                  <a:pt x="0" y="0"/>
                </a:moveTo>
                <a:lnTo>
                  <a:pt x="1718585" y="0"/>
                </a:lnTo>
                <a:lnTo>
                  <a:pt x="1718585" y="1970646"/>
                </a:lnTo>
                <a:lnTo>
                  <a:pt x="0" y="197064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t="-24626" r="-143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288230" y="269694"/>
            <a:ext cx="1811231" cy="2264038"/>
          </a:xfrm>
          <a:custGeom>
            <a:avLst/>
            <a:gdLst/>
            <a:ahLst/>
            <a:cxnLst/>
            <a:rect l="l" t="t" r="r" b="b"/>
            <a:pathLst>
              <a:path w="1811231" h="2264038">
                <a:moveTo>
                  <a:pt x="0" y="0"/>
                </a:moveTo>
                <a:lnTo>
                  <a:pt x="1811230" y="0"/>
                </a:lnTo>
                <a:lnTo>
                  <a:pt x="1811230" y="2264038"/>
                </a:lnTo>
                <a:lnTo>
                  <a:pt x="0" y="2264038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762735" y="2009775"/>
            <a:ext cx="1514475" cy="190500"/>
          </a:xfrm>
          <a:custGeom>
            <a:avLst/>
            <a:gdLst/>
            <a:ahLst/>
            <a:cxnLst/>
            <a:rect l="l" t="t" r="r" b="b"/>
            <a:pathLst>
              <a:path w="1514475" h="190500">
                <a:moveTo>
                  <a:pt x="0" y="0"/>
                </a:moveTo>
                <a:lnTo>
                  <a:pt x="1514475" y="0"/>
                </a:lnTo>
                <a:lnTo>
                  <a:pt x="151447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3" name="Group 43"/>
          <p:cNvGrpSpPr/>
          <p:nvPr/>
        </p:nvGrpSpPr>
        <p:grpSpPr>
          <a:xfrm>
            <a:off x="4904842" y="9530207"/>
            <a:ext cx="4615775" cy="1997580"/>
            <a:chOff x="0" y="0"/>
            <a:chExt cx="6154366" cy="2663439"/>
          </a:xfrm>
        </p:grpSpPr>
        <p:sp>
          <p:nvSpPr>
            <p:cNvPr id="44" name="Freeform 44"/>
            <p:cNvSpPr/>
            <p:nvPr/>
          </p:nvSpPr>
          <p:spPr>
            <a:xfrm>
              <a:off x="1283732" y="0"/>
              <a:ext cx="2222379" cy="2663439"/>
            </a:xfrm>
            <a:custGeom>
              <a:avLst/>
              <a:gdLst/>
              <a:ahLst/>
              <a:cxnLst/>
              <a:rect l="l" t="t" r="r" b="b"/>
              <a:pathLst>
                <a:path w="2222379" h="2663439">
                  <a:moveTo>
                    <a:pt x="0" y="0"/>
                  </a:moveTo>
                  <a:lnTo>
                    <a:pt x="2222380" y="0"/>
                  </a:lnTo>
                  <a:lnTo>
                    <a:pt x="2222380" y="2663439"/>
                  </a:lnTo>
                  <a:lnTo>
                    <a:pt x="0" y="266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t="-2139" b="-2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5732"/>
              <a:ext cx="2116236" cy="2645295"/>
            </a:xfrm>
            <a:custGeom>
              <a:avLst/>
              <a:gdLst/>
              <a:ahLst/>
              <a:cxnLst/>
              <a:rect l="l" t="t" r="r" b="b"/>
              <a:pathLst>
                <a:path w="2116236" h="2645295">
                  <a:moveTo>
                    <a:pt x="0" y="0"/>
                  </a:moveTo>
                  <a:lnTo>
                    <a:pt x="2116236" y="0"/>
                  </a:lnTo>
                  <a:lnTo>
                    <a:pt x="2116236" y="2645295"/>
                  </a:lnTo>
                  <a:lnTo>
                    <a:pt x="0" y="2645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066652" y="513160"/>
              <a:ext cx="2087714" cy="2132135"/>
            </a:xfrm>
            <a:custGeom>
              <a:avLst/>
              <a:gdLst/>
              <a:ahLst/>
              <a:cxnLst/>
              <a:rect l="l" t="t" r="r" b="b"/>
              <a:pathLst>
                <a:path w="2087714" h="2132135">
                  <a:moveTo>
                    <a:pt x="0" y="0"/>
                  </a:moveTo>
                  <a:lnTo>
                    <a:pt x="2087714" y="0"/>
                  </a:lnTo>
                  <a:lnTo>
                    <a:pt x="2087714" y="2132135"/>
                  </a:lnTo>
                  <a:lnTo>
                    <a:pt x="0" y="2132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t="-223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2702798" y="614863"/>
              <a:ext cx="2080038" cy="2036164"/>
            </a:xfrm>
            <a:custGeom>
              <a:avLst/>
              <a:gdLst/>
              <a:ahLst/>
              <a:cxnLst/>
              <a:rect l="l" t="t" r="r" b="b"/>
              <a:pathLst>
                <a:path w="2080038" h="2036164">
                  <a:moveTo>
                    <a:pt x="0" y="0"/>
                  </a:moveTo>
                  <a:lnTo>
                    <a:pt x="2080038" y="0"/>
                  </a:lnTo>
                  <a:lnTo>
                    <a:pt x="2080038" y="2036164"/>
                  </a:lnTo>
                  <a:lnTo>
                    <a:pt x="0" y="2036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t="-276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931213" y="7551094"/>
            <a:ext cx="4358392" cy="526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43"/>
              </a:lnSpc>
            </a:pPr>
            <a:r>
              <a:rPr lang="th-TH" sz="3676" b="1" dirty="0">
                <a:solidFill>
                  <a:srgbClr val="9F42E6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มีสติ ไม่</a:t>
            </a:r>
            <a:r>
              <a:rPr lang="en-US" sz="3676" b="1" dirty="0" err="1">
                <a:solidFill>
                  <a:srgbClr val="9F42E6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โยนไม้</a:t>
            </a:r>
            <a:r>
              <a:rPr lang="en-US" sz="3676" b="1" dirty="0">
                <a:solidFill>
                  <a:srgbClr val="9F42E6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 </a:t>
            </a:r>
            <a:r>
              <a:rPr lang="th-TH" sz="3676" b="1" u="sng" dirty="0">
                <a:solidFill>
                  <a:srgbClr val="9F42E6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ไม่หัวร้อน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931213" y="8229600"/>
            <a:ext cx="4441012" cy="108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64"/>
              </a:lnSpc>
              <a:spcAft>
                <a:spcPts val="600"/>
              </a:spcAft>
            </a:pPr>
            <a:r>
              <a:rPr lang="th-TH" sz="1760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ทุกการตีเป็นการเปิดข้อมูลทีมศัตรู </a:t>
            </a:r>
            <a:endParaRPr lang="en-US" sz="1760" dirty="0">
              <a:solidFill>
                <a:srgbClr val="FFFFFF"/>
              </a:solidFill>
              <a:latin typeface="Anantason Condensed"/>
              <a:ea typeface="Anantason Condensed"/>
              <a:cs typeface="Anantason Condensed"/>
              <a:sym typeface="Anantason Condensed"/>
            </a:endParaRPr>
          </a:p>
          <a:p>
            <a:pPr>
              <a:lnSpc>
                <a:spcPts val="2464"/>
              </a:lnSpc>
              <a:spcAft>
                <a:spcPts val="300"/>
              </a:spcAft>
            </a:pPr>
            <a:r>
              <a:rPr lang="en-US" sz="2400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•</a:t>
            </a:r>
            <a:r>
              <a:rPr lang="en-US" sz="1760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 </a:t>
            </a:r>
            <a:r>
              <a:rPr lang="th-TH" sz="1760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ไม่ตีทีมเดิมเกิน 2 ไม้</a:t>
            </a:r>
            <a:endParaRPr lang="en-US" sz="1760" b="1" dirty="0">
              <a:solidFill>
                <a:srgbClr val="FF0000"/>
              </a:solidFill>
              <a:latin typeface="Anantason Condensed Bold" panose="020B0604020202020204" charset="-34"/>
              <a:ea typeface="Anantason Condensed Bold"/>
              <a:cs typeface="Anantason Condensed Bold" panose="020B0604020202020204" charset="-34"/>
              <a:sym typeface="Anantason Condensed Bold"/>
            </a:endParaRPr>
          </a:p>
          <a:p>
            <a:pPr>
              <a:lnSpc>
                <a:spcPts val="2464"/>
              </a:lnSpc>
              <a:spcAft>
                <a:spcPts val="300"/>
              </a:spcAft>
            </a:pPr>
            <a:r>
              <a:rPr lang="en-US" sz="2400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•</a:t>
            </a:r>
            <a:r>
              <a:rPr lang="en-US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 </a:t>
            </a:r>
            <a:r>
              <a:rPr lang="th-TH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บ้านไหน</a:t>
            </a:r>
            <a:r>
              <a:rPr lang="en-US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แพ้เกิน 5 </a:t>
            </a:r>
            <a:r>
              <a:rPr lang="en-US" b="1" dirty="0" err="1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ไม้</a:t>
            </a:r>
            <a:r>
              <a:rPr lang="th-TH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 Bold"/>
              </a:rPr>
              <a:t> ให้แจ้งและ</a:t>
            </a:r>
            <a:r>
              <a:rPr lang="th-TH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 Bold"/>
                <a:cs typeface="Anantason Condensed Bold" panose="020B0604020202020204" charset="-34"/>
                <a:sym typeface="Anantason Condensed"/>
              </a:rPr>
              <a:t>เลี้ยวไปตีบ้านอื่น</a:t>
            </a:r>
            <a:endParaRPr lang="en-US" b="1" dirty="0">
              <a:solidFill>
                <a:srgbClr val="FF0000"/>
              </a:solidFill>
              <a:latin typeface="Anantason Condensed Bold" panose="020B0604020202020204" charset="-34"/>
              <a:ea typeface="Anantason Condensed"/>
              <a:cs typeface="Anantason Condensed Bold" panose="020B0604020202020204" charset="-34"/>
              <a:sym typeface="Anantason Condense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931213" y="10534055"/>
            <a:ext cx="3326587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7"/>
              </a:lnSpc>
              <a:spcBef>
                <a:spcPts val="600"/>
              </a:spcBef>
            </a:pPr>
            <a:r>
              <a:rPr lang="en-US" dirty="0" err="1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ปรึกษาทีม</a:t>
            </a:r>
            <a:r>
              <a:rPr lang="th-TH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ตี</a:t>
            </a:r>
            <a:r>
              <a:rPr lang="en-US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</a:t>
            </a:r>
            <a:r>
              <a:rPr lang="th-TH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หรือดู</a:t>
            </a:r>
            <a:r>
              <a:rPr lang="en-US" dirty="0" err="1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แนว</a:t>
            </a:r>
            <a:r>
              <a:rPr lang="th-TH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การตีได้ในโน๊ต </a:t>
            </a:r>
          </a:p>
          <a:p>
            <a:pPr algn="l">
              <a:lnSpc>
                <a:spcPts val="2407"/>
              </a:lnSpc>
              <a:spcBef>
                <a:spcPts val="600"/>
              </a:spcBef>
            </a:pPr>
            <a:r>
              <a:rPr lang="en-US" dirty="0" err="1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เก็บบ้านบอทไว้ตีทีหลัง</a:t>
            </a:r>
            <a:endParaRPr lang="en-US" dirty="0">
              <a:solidFill>
                <a:srgbClr val="FFFFFF"/>
              </a:solidFill>
              <a:latin typeface="Anantason Condensed"/>
              <a:ea typeface="Anantason Condensed"/>
              <a:cs typeface="Anantason Condensed"/>
              <a:sym typeface="Anantason Condense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931213" y="9840605"/>
            <a:ext cx="2155546" cy="50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602" b="1">
                <a:solidFill>
                  <a:srgbClr val="489F5B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กลยุทธ์ทีมบุก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200400" y="749290"/>
            <a:ext cx="3408883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FFFFFF"/>
                </a:solidFill>
                <a:latin typeface="Anantason ExtraCondensed Bold"/>
                <a:ea typeface="Anantason ExtraCondensed Bold"/>
                <a:cs typeface="Anantason ExtraCondensed Bold"/>
                <a:sym typeface="Anantason ExtraCondensed Bold"/>
              </a:rPr>
              <a:t>OWHY</a:t>
            </a:r>
            <a:r>
              <a:rPr lang="ja-JP" altLang="en-US" sz="6999" b="1" dirty="0">
                <a:solidFill>
                  <a:srgbClr val="FFFFFF"/>
                </a:solidFill>
                <a:latin typeface="Anantason ExtraCondensed Bold"/>
                <a:ea typeface="Anantason ExtraCondensed Bold"/>
                <a:cs typeface="Anantason ExtraCondensed Bold"/>
                <a:sym typeface="Anantason ExtraCondensed Bold"/>
              </a:rPr>
              <a:t>ツ</a:t>
            </a:r>
            <a:endParaRPr lang="en-US" sz="6999" b="1" dirty="0">
              <a:solidFill>
                <a:srgbClr val="FFFFFF"/>
              </a:solidFill>
              <a:latin typeface="Anantason ExtraCondensed Bold"/>
              <a:ea typeface="Anantason ExtraCondensed Bold"/>
              <a:cs typeface="Anantason ExtraCondensed Bold"/>
              <a:sym typeface="Anantason ExtraCondensed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3335731" y="1962150"/>
            <a:ext cx="3082138" cy="34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2006" b="1" spc="401" dirty="0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GUILD WAR RULES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931213" y="2837024"/>
            <a:ext cx="2691994" cy="63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677" b="1">
                <a:solidFill>
                  <a:srgbClr val="FF5757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ตีบ้านตาม Mark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931213" y="5056724"/>
            <a:ext cx="2691994" cy="10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3"/>
              </a:lnSpc>
            </a:pPr>
            <a:r>
              <a:rPr lang="en-US" sz="3676" b="1">
                <a:solidFill>
                  <a:srgbClr val="91C0FF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วางทีมกันบ้าน</a:t>
            </a:r>
          </a:p>
          <a:p>
            <a:pPr algn="l">
              <a:lnSpc>
                <a:spcPts val="4043"/>
              </a:lnSpc>
            </a:pPr>
            <a:r>
              <a:rPr lang="en-US" sz="3676" b="1">
                <a:solidFill>
                  <a:srgbClr val="91C0FF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วันพุธ - พฤหัส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931213" y="6276090"/>
            <a:ext cx="275051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dirty="0" err="1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วางทีมตามคำแนะนำ</a:t>
            </a:r>
            <a:r>
              <a:rPr lang="en-US" sz="1802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 </a:t>
            </a:r>
            <a:r>
              <a:rPr lang="th-TH" sz="1802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และดูแนว</a:t>
            </a:r>
          </a:p>
          <a:p>
            <a:pPr algn="l">
              <a:lnSpc>
                <a:spcPts val="2523"/>
              </a:lnSpc>
              <a:spcBef>
                <a:spcPts val="600"/>
              </a:spcBef>
            </a:pPr>
            <a:r>
              <a:rPr lang="th-TH" sz="1802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ทางการจัดทีมได้ในโน๊ต</a:t>
            </a:r>
            <a:endParaRPr lang="en-US" sz="1802" dirty="0">
              <a:solidFill>
                <a:srgbClr val="FFFFFF"/>
              </a:solidFill>
              <a:latin typeface="Anantason Condensed"/>
              <a:ea typeface="Anantason Condensed"/>
              <a:cs typeface="Anantason Condensed"/>
              <a:sym typeface="Anantason Condense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931212" y="11903492"/>
            <a:ext cx="5193489" cy="523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602" b="1" dirty="0" err="1">
                <a:solidFill>
                  <a:srgbClr val="FFBD59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แจ้ง</a:t>
            </a:r>
            <a:r>
              <a:rPr lang="th-TH" sz="3602" b="1" dirty="0">
                <a:solidFill>
                  <a:srgbClr val="FFBD59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ค่า </a:t>
            </a:r>
            <a:r>
              <a:rPr lang="en-US" sz="3602" b="1" dirty="0">
                <a:solidFill>
                  <a:srgbClr val="FFBD59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rPr>
              <a:t>Speed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931213" y="12579045"/>
            <a:ext cx="5890540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5"/>
              </a:lnSpc>
              <a:spcAft>
                <a:spcPts val="500"/>
              </a:spcAft>
            </a:pPr>
            <a:r>
              <a:rPr lang="th-TH" sz="1717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หากบุกแพ้ ให้แจ้งค่า </a:t>
            </a:r>
            <a:r>
              <a:rPr lang="en-US" sz="1717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Speed</a:t>
            </a:r>
            <a:r>
              <a:rPr lang="th-TH" sz="1717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 ทีมบุก </a:t>
            </a:r>
            <a:r>
              <a:rPr lang="en-US" sz="1717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+</a:t>
            </a:r>
            <a:r>
              <a:rPr lang="th-TH" sz="1717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 ทีมป้องกันศัตรูในไลน์ </a:t>
            </a:r>
          </a:p>
          <a:p>
            <a:pPr>
              <a:lnSpc>
                <a:spcPts val="2405"/>
              </a:lnSpc>
              <a:spcAft>
                <a:spcPts val="500"/>
              </a:spcAft>
            </a:pPr>
            <a:r>
              <a:rPr lang="th-TH" sz="1717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เพื่อให้คนถัดไปเลือกทีมแก้ทางและเพิ่มโอกาสชนะ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931213" y="3752007"/>
            <a:ext cx="283157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th-TH" sz="1865" dirty="0">
                <a:solidFill>
                  <a:srgbClr val="FFFFF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ตีตามแผน และตีครบ 5 ไม้</a:t>
            </a:r>
          </a:p>
          <a:p>
            <a:pPr algn="l">
              <a:lnSpc>
                <a:spcPts val="2611"/>
              </a:lnSpc>
              <a:spcBef>
                <a:spcPts val="600"/>
              </a:spcBef>
            </a:pPr>
            <a:r>
              <a:rPr lang="th-TH" sz="1865" b="1" dirty="0">
                <a:solidFill>
                  <a:srgbClr val="FF0000"/>
                </a:solidFill>
                <a:latin typeface="Anantason Condensed Bold" panose="020B0604020202020204" charset="-34"/>
                <a:ea typeface="Anantason Condensed"/>
                <a:cs typeface="Anantason Condensed Bold" panose="020B0604020202020204" charset="-34"/>
                <a:sym typeface="Anantason Condensed"/>
              </a:rPr>
              <a:t>ก่อนวันเสาร์ 5 ทุ่ม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52979" y="14106925"/>
            <a:ext cx="4447642" cy="19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162" b="1" spc="232">
                <a:solidFill>
                  <a:srgbClr val="FFBD59"/>
                </a:solidFill>
                <a:latin typeface="Prompt Medium"/>
                <a:ea typeface="Prompt Medium"/>
                <a:cs typeface="Prompt Medium"/>
                <a:sym typeface="Prompt Medium"/>
              </a:rPr>
              <a:t>FIGHT TOGETHER. WIN TOGETHER.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E2211233-5BF7-331A-394A-7989B73639C8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/>
          <a:stretch>
            <a:fillRect/>
          </a:stretch>
        </p:blipFill>
        <p:spPr>
          <a:xfrm flipH="1">
            <a:off x="7783829" y="7467600"/>
            <a:ext cx="1893571" cy="187692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723547A9-AAB4-3C4A-40D6-76EF34C482D0}"/>
              </a:ext>
            </a:extLst>
          </p:cNvPr>
          <p:cNvGrpSpPr/>
          <p:nvPr/>
        </p:nvGrpSpPr>
        <p:grpSpPr>
          <a:xfrm flipH="1">
            <a:off x="6269353" y="8709573"/>
            <a:ext cx="1514476" cy="559250"/>
            <a:chOff x="0" y="0"/>
            <a:chExt cx="1848485" cy="682589"/>
          </a:xfrm>
        </p:grpSpPr>
        <p:sp>
          <p:nvSpPr>
            <p:cNvPr id="75" name="Freeform 49">
              <a:extLst>
                <a:ext uri="{FF2B5EF4-FFF2-40B4-BE49-F238E27FC236}">
                  <a16:creationId xmlns:a16="http://schemas.microsoft.com/office/drawing/2014/main" id="{B82D7AC2-799B-EF75-172B-6FB5E49B8666}"/>
                </a:ext>
              </a:extLst>
            </p:cNvPr>
            <p:cNvSpPr/>
            <p:nvPr/>
          </p:nvSpPr>
          <p:spPr>
            <a:xfrm flipH="1">
              <a:off x="0" y="0"/>
              <a:ext cx="593555" cy="682589"/>
            </a:xfrm>
            <a:custGeom>
              <a:avLst/>
              <a:gdLst/>
              <a:ahLst/>
              <a:cxnLst/>
              <a:rect l="l" t="t" r="r" b="b"/>
              <a:pathLst>
                <a:path w="593555" h="682589">
                  <a:moveTo>
                    <a:pt x="593555" y="0"/>
                  </a:moveTo>
                  <a:lnTo>
                    <a:pt x="0" y="0"/>
                  </a:lnTo>
                  <a:lnTo>
                    <a:pt x="0" y="682589"/>
                  </a:lnTo>
                  <a:lnTo>
                    <a:pt x="593555" y="682589"/>
                  </a:lnTo>
                  <a:lnTo>
                    <a:pt x="593555" y="0"/>
                  </a:lnTo>
                  <a:close/>
                </a:path>
              </a:pathLst>
            </a:custGeom>
            <a:blipFill>
              <a:blip r:embed="rId4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50">
              <a:extLst>
                <a:ext uri="{FF2B5EF4-FFF2-40B4-BE49-F238E27FC236}">
                  <a16:creationId xmlns:a16="http://schemas.microsoft.com/office/drawing/2014/main" id="{BE4CE56E-1AF5-811F-C67B-9877701EEFD1}"/>
                </a:ext>
              </a:extLst>
            </p:cNvPr>
            <p:cNvSpPr/>
            <p:nvPr/>
          </p:nvSpPr>
          <p:spPr>
            <a:xfrm flipH="1">
              <a:off x="658701" y="36510"/>
              <a:ext cx="561807" cy="646078"/>
            </a:xfrm>
            <a:custGeom>
              <a:avLst/>
              <a:gdLst/>
              <a:ahLst/>
              <a:cxnLst/>
              <a:rect l="l" t="t" r="r" b="b"/>
              <a:pathLst>
                <a:path w="561807" h="646078">
                  <a:moveTo>
                    <a:pt x="561807" y="0"/>
                  </a:moveTo>
                  <a:lnTo>
                    <a:pt x="0" y="0"/>
                  </a:lnTo>
                  <a:lnTo>
                    <a:pt x="0" y="646079"/>
                  </a:lnTo>
                  <a:lnTo>
                    <a:pt x="561807" y="646079"/>
                  </a:lnTo>
                  <a:lnTo>
                    <a:pt x="561807" y="0"/>
                  </a:lnTo>
                  <a:close/>
                </a:path>
              </a:pathLst>
            </a:custGeom>
            <a:blipFill>
              <a:blip r:embed="rId4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51">
              <a:extLst>
                <a:ext uri="{FF2B5EF4-FFF2-40B4-BE49-F238E27FC236}">
                  <a16:creationId xmlns:a16="http://schemas.microsoft.com/office/drawing/2014/main" id="{EB96AF9C-4C40-FC7A-6ABA-23290E29328E}"/>
                </a:ext>
              </a:extLst>
            </p:cNvPr>
            <p:cNvSpPr/>
            <p:nvPr/>
          </p:nvSpPr>
          <p:spPr>
            <a:xfrm flipH="1">
              <a:off x="1286678" y="36510"/>
              <a:ext cx="561807" cy="646078"/>
            </a:xfrm>
            <a:custGeom>
              <a:avLst/>
              <a:gdLst/>
              <a:ahLst/>
              <a:cxnLst/>
              <a:rect l="l" t="t" r="r" b="b"/>
              <a:pathLst>
                <a:path w="561807" h="646078">
                  <a:moveTo>
                    <a:pt x="561807" y="0"/>
                  </a:moveTo>
                  <a:lnTo>
                    <a:pt x="0" y="0"/>
                  </a:lnTo>
                  <a:lnTo>
                    <a:pt x="0" y="646079"/>
                  </a:lnTo>
                  <a:lnTo>
                    <a:pt x="561807" y="646079"/>
                  </a:lnTo>
                  <a:lnTo>
                    <a:pt x="561807" y="0"/>
                  </a:lnTo>
                  <a:close/>
                </a:path>
              </a:pathLst>
            </a:custGeom>
            <a:blipFill>
              <a:blip r:embed="rId4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144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Adirek Sans Semi-Bold</vt:lpstr>
      <vt:lpstr>Anantason Condensed</vt:lpstr>
      <vt:lpstr>Calibri</vt:lpstr>
      <vt:lpstr>Arial</vt:lpstr>
      <vt:lpstr>Adirek Sans Semi-Bold Italics</vt:lpstr>
      <vt:lpstr>Prompt Medium</vt:lpstr>
      <vt:lpstr>Anantason Condensed Bold</vt:lpstr>
      <vt:lpstr>Anantason ExtraCondensed Bold</vt:lpstr>
      <vt:lpstr>Prompt Semi-Bold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 - Thu วางทีมกันบ้าน</dc:title>
  <dc:creator>Wasawat Krissirisawad</dc:creator>
  <cp:lastModifiedBy>Wasawat Krissirisawad</cp:lastModifiedBy>
  <cp:revision>4</cp:revision>
  <dcterms:created xsi:type="dcterms:W3CDTF">2006-08-16T00:00:00Z</dcterms:created>
  <dcterms:modified xsi:type="dcterms:W3CDTF">2026-10-11T16:25:34Z</dcterms:modified>
  <dc:identifier>DAHRgfe8vqc</dc:identifier>
</cp:coreProperties>
</file>